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8" r:id="rId4"/>
    <p:sldId id="259" r:id="rId5"/>
    <p:sldId id="282" r:id="rId6"/>
    <p:sldId id="283" r:id="rId7"/>
    <p:sldId id="294" r:id="rId8"/>
    <p:sldId id="296" r:id="rId9"/>
    <p:sldId id="297" r:id="rId10"/>
    <p:sldId id="298" r:id="rId11"/>
    <p:sldId id="299" r:id="rId12"/>
    <p:sldId id="284" r:id="rId13"/>
    <p:sldId id="300" r:id="rId14"/>
    <p:sldId id="286" r:id="rId15"/>
    <p:sldId id="301" r:id="rId16"/>
    <p:sldId id="302" r:id="rId17"/>
    <p:sldId id="303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6" autoAdjust="0"/>
    <p:restoredTop sz="94707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86884E-42B6-403D-AD5B-58A857C389AC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98973BF9-6FFB-4A62-AD95-AF032DA4C0C3}">
      <dgm:prSet phldrT="[Текст]" custT="1"/>
      <dgm:spPr/>
      <dgm:t>
        <a:bodyPr/>
        <a:lstStyle/>
        <a:p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BOM</a:t>
          </a:r>
          <a:r>
            <a: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Browser Object Model </a:t>
          </a:r>
          <a:r>
            <a: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JavaScriptга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браузер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билан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"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гаплашиш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"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имкониятини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беради</a:t>
          </a:r>
          <a:r>
            <a:rPr lang="uz-Cyrl-UZ" sz="16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1600" dirty="0"/>
        </a:p>
      </dgm:t>
    </dgm:pt>
    <dgm:pt modelId="{1013534B-3B9F-47E2-BDF4-DDA8B7119CD3}" type="parTrans" cxnId="{2CBBFBE9-4082-4F71-B81B-2D17DB03EC79}">
      <dgm:prSet/>
      <dgm:spPr/>
      <dgm:t>
        <a:bodyPr/>
        <a:lstStyle/>
        <a:p>
          <a:endParaRPr lang="ru-RU" sz="1600"/>
        </a:p>
      </dgm:t>
    </dgm:pt>
    <dgm:pt modelId="{2AA6DACE-4069-4F0D-A62F-B252DEE4AD69}" type="sibTrans" cxnId="{2CBBFBE9-4082-4F71-B81B-2D17DB03EC79}">
      <dgm:prSet/>
      <dgm:spPr/>
      <dgm:t>
        <a:bodyPr/>
        <a:lstStyle/>
        <a:p>
          <a:endParaRPr lang="ru-RU" sz="1600"/>
        </a:p>
      </dgm:t>
    </dgm:pt>
    <dgm:pt modelId="{9383DD00-3075-4330-9D19-DBD46C5BFF8E}">
      <dgm:prSet phldrT="[Текст]" custT="1"/>
      <dgm:spPr/>
      <dgm:t>
        <a:bodyPr/>
        <a:lstStyle/>
        <a:p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BOM - </a:t>
          </a:r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учун расмий стандартлар мавжуд эмас.</a:t>
          </a:r>
          <a:endParaRPr lang="ru-RU" sz="1600" dirty="0"/>
        </a:p>
      </dgm:t>
    </dgm:pt>
    <dgm:pt modelId="{C8783C91-B519-44FA-8C32-3906B276754C}" type="parTrans" cxnId="{7B48F02A-F491-4919-8015-AA1FABFAD934}">
      <dgm:prSet/>
      <dgm:spPr/>
      <dgm:t>
        <a:bodyPr/>
        <a:lstStyle/>
        <a:p>
          <a:endParaRPr lang="ru-RU" sz="1600"/>
        </a:p>
      </dgm:t>
    </dgm:pt>
    <dgm:pt modelId="{AB7BB25E-363E-4B18-A384-E062516BC2E9}" type="sibTrans" cxnId="{7B48F02A-F491-4919-8015-AA1FABFAD934}">
      <dgm:prSet/>
      <dgm:spPr/>
      <dgm:t>
        <a:bodyPr/>
        <a:lstStyle/>
        <a:p>
          <a:endParaRPr lang="ru-RU" sz="1600"/>
        </a:p>
      </dgm:t>
    </dgm:pt>
    <dgm:pt modelId="{F794249B-9745-4830-83C6-77C3CCF39193}">
      <dgm:prSet phldrT="[Текст]" custT="1"/>
      <dgm:spPr/>
      <dgm:t>
        <a:bodyPr/>
        <a:lstStyle/>
        <a:p>
          <a:pPr algn="just"/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Замонавий браузерлар JavaScript интерактивлиги учун бир хил усул ва хусусиятларни (деярли) амалга оширганлиги сабабли, кўпинча BOM усуллари ва хусусиятлари деб номланади.</a:t>
          </a:r>
          <a:endParaRPr lang="ru-RU" sz="1600" dirty="0"/>
        </a:p>
      </dgm:t>
    </dgm:pt>
    <dgm:pt modelId="{395AF097-10DE-458C-8A39-32D3A15F9932}" type="parTrans" cxnId="{2DC4C51C-46F7-4C04-BEAF-E2895A9805F2}">
      <dgm:prSet/>
      <dgm:spPr/>
      <dgm:t>
        <a:bodyPr/>
        <a:lstStyle/>
        <a:p>
          <a:endParaRPr lang="ru-RU" sz="1600"/>
        </a:p>
      </dgm:t>
    </dgm:pt>
    <dgm:pt modelId="{FFDAB3BF-A630-419C-8CB9-B9AFA67349CA}" type="sibTrans" cxnId="{2DC4C51C-46F7-4C04-BEAF-E2895A9805F2}">
      <dgm:prSet/>
      <dgm:spPr/>
      <dgm:t>
        <a:bodyPr/>
        <a:lstStyle/>
        <a:p>
          <a:endParaRPr lang="ru-RU" sz="1600"/>
        </a:p>
      </dgm:t>
    </dgm:pt>
    <dgm:pt modelId="{5EAF1B1F-3472-4F61-8897-763A6920F687}">
      <dgm:prSet custT="1"/>
      <dgm:spPr/>
      <dgm:t>
        <a:bodyPr/>
        <a:lstStyle/>
        <a:p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Window</a:t>
          </a:r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 объекти барча браузерлар томонидан қўллаб-қувватланади. Бу браузер ойнасини англатади.</a:t>
          </a:r>
          <a:endParaRPr lang="ru-RU" sz="1600" dirty="0"/>
        </a:p>
      </dgm:t>
    </dgm:pt>
    <dgm:pt modelId="{11122CF9-5D9A-47A5-832D-A55DF091A82B}" type="parTrans" cxnId="{3021CE08-22DF-401E-8EE7-91611B235D49}">
      <dgm:prSet/>
      <dgm:spPr/>
      <dgm:t>
        <a:bodyPr/>
        <a:lstStyle/>
        <a:p>
          <a:endParaRPr lang="ru-RU" sz="1600"/>
        </a:p>
      </dgm:t>
    </dgm:pt>
    <dgm:pt modelId="{FBF231AF-32A1-457F-A649-8CC00251A6AA}" type="sibTrans" cxnId="{3021CE08-22DF-401E-8EE7-91611B235D49}">
      <dgm:prSet/>
      <dgm:spPr/>
      <dgm:t>
        <a:bodyPr/>
        <a:lstStyle/>
        <a:p>
          <a:endParaRPr lang="ru-RU" sz="1600"/>
        </a:p>
      </dgm:t>
    </dgm:pt>
    <dgm:pt modelId="{27E951EB-6702-4E47-9AD7-61103BD0D8A7}" type="pres">
      <dgm:prSet presAssocID="{3A86884E-42B6-403D-AD5B-58A857C389A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496ADD-01C5-4500-AE50-703FBBB63BC1}" type="pres">
      <dgm:prSet presAssocID="{98973BF9-6FFB-4A62-AD95-AF032DA4C0C3}" presName="parentLin" presStyleCnt="0"/>
      <dgm:spPr/>
    </dgm:pt>
    <dgm:pt modelId="{97FDCD8D-6354-4D9A-B5C7-CDF6AE3FAE19}" type="pres">
      <dgm:prSet presAssocID="{98973BF9-6FFB-4A62-AD95-AF032DA4C0C3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8A8358AC-00F1-405D-8154-648C368B2310}" type="pres">
      <dgm:prSet presAssocID="{98973BF9-6FFB-4A62-AD95-AF032DA4C0C3}" presName="parentText" presStyleLbl="node1" presStyleIdx="0" presStyleCnt="4" custScaleX="128822" custLinFactNeighborX="-12281" custLinFactNeighborY="-291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369AE1-2B8B-487D-BF43-64C3B2878A4C}" type="pres">
      <dgm:prSet presAssocID="{98973BF9-6FFB-4A62-AD95-AF032DA4C0C3}" presName="negativeSpace" presStyleCnt="0"/>
      <dgm:spPr/>
    </dgm:pt>
    <dgm:pt modelId="{EC027A7F-0097-4B4E-9AF0-29A69A5DF8EC}" type="pres">
      <dgm:prSet presAssocID="{98973BF9-6FFB-4A62-AD95-AF032DA4C0C3}" presName="childText" presStyleLbl="conFgAcc1" presStyleIdx="0" presStyleCnt="4">
        <dgm:presLayoutVars>
          <dgm:bulletEnabled val="1"/>
        </dgm:presLayoutVars>
      </dgm:prSet>
      <dgm:spPr/>
    </dgm:pt>
    <dgm:pt modelId="{39FEBB4D-586A-4B5B-A9D6-A53CFB623EDE}" type="pres">
      <dgm:prSet presAssocID="{2AA6DACE-4069-4F0D-A62F-B252DEE4AD69}" presName="spaceBetweenRectangles" presStyleCnt="0"/>
      <dgm:spPr/>
    </dgm:pt>
    <dgm:pt modelId="{437BC76B-5AB3-44D7-91C5-CD5B1E6D0796}" type="pres">
      <dgm:prSet presAssocID="{9383DD00-3075-4330-9D19-DBD46C5BFF8E}" presName="parentLin" presStyleCnt="0"/>
      <dgm:spPr/>
    </dgm:pt>
    <dgm:pt modelId="{BB50E5F4-F2F9-44C3-BC28-20F714F9D6D3}" type="pres">
      <dgm:prSet presAssocID="{9383DD00-3075-4330-9D19-DBD46C5BFF8E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0025D599-4EB4-4638-ABE5-55525078D69D}" type="pres">
      <dgm:prSet presAssocID="{9383DD00-3075-4330-9D19-DBD46C5BFF8E}" presName="parentText" presStyleLbl="node1" presStyleIdx="1" presStyleCnt="4" custScaleX="128822" custScaleY="8169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11C464-98F6-4E48-8861-974894BAABC1}" type="pres">
      <dgm:prSet presAssocID="{9383DD00-3075-4330-9D19-DBD46C5BFF8E}" presName="negativeSpace" presStyleCnt="0"/>
      <dgm:spPr/>
    </dgm:pt>
    <dgm:pt modelId="{FE6AE844-286C-4F12-A1F0-578B7E01E571}" type="pres">
      <dgm:prSet presAssocID="{9383DD00-3075-4330-9D19-DBD46C5BFF8E}" presName="childText" presStyleLbl="conFgAcc1" presStyleIdx="1" presStyleCnt="4">
        <dgm:presLayoutVars>
          <dgm:bulletEnabled val="1"/>
        </dgm:presLayoutVars>
      </dgm:prSet>
      <dgm:spPr/>
    </dgm:pt>
    <dgm:pt modelId="{AFDA4A27-944D-4414-ACC0-0DAA8F95B725}" type="pres">
      <dgm:prSet presAssocID="{AB7BB25E-363E-4B18-A384-E062516BC2E9}" presName="spaceBetweenRectangles" presStyleCnt="0"/>
      <dgm:spPr/>
    </dgm:pt>
    <dgm:pt modelId="{E6F2D13E-B521-4766-8E41-4C79BBB736F5}" type="pres">
      <dgm:prSet presAssocID="{F794249B-9745-4830-83C6-77C3CCF39193}" presName="parentLin" presStyleCnt="0"/>
      <dgm:spPr/>
    </dgm:pt>
    <dgm:pt modelId="{3ECA278A-6B56-4C1C-80EC-B37C8B77FBDE}" type="pres">
      <dgm:prSet presAssocID="{F794249B-9745-4830-83C6-77C3CCF39193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B3E73E1E-B41D-46C2-9C74-9A7CEE3690AF}" type="pres">
      <dgm:prSet presAssocID="{F794249B-9745-4830-83C6-77C3CCF39193}" presName="parentText" presStyleLbl="node1" presStyleIdx="2" presStyleCnt="4" custScaleX="12882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98AA211-E561-4DC2-87AC-4C8532FF013F}" type="pres">
      <dgm:prSet presAssocID="{F794249B-9745-4830-83C6-77C3CCF39193}" presName="negativeSpace" presStyleCnt="0"/>
      <dgm:spPr/>
    </dgm:pt>
    <dgm:pt modelId="{CAC298DB-02E6-4FCF-89ED-53F7C0A02251}" type="pres">
      <dgm:prSet presAssocID="{F794249B-9745-4830-83C6-77C3CCF39193}" presName="childText" presStyleLbl="conFgAcc1" presStyleIdx="2" presStyleCnt="4">
        <dgm:presLayoutVars>
          <dgm:bulletEnabled val="1"/>
        </dgm:presLayoutVars>
      </dgm:prSet>
      <dgm:spPr/>
    </dgm:pt>
    <dgm:pt modelId="{BE6B6C84-87B8-4E0E-9E9C-A5AB5DF6F955}" type="pres">
      <dgm:prSet presAssocID="{FFDAB3BF-A630-419C-8CB9-B9AFA67349CA}" presName="spaceBetweenRectangles" presStyleCnt="0"/>
      <dgm:spPr/>
    </dgm:pt>
    <dgm:pt modelId="{3CB9B690-EBA1-4ABA-AFBD-45BA123A0C33}" type="pres">
      <dgm:prSet presAssocID="{5EAF1B1F-3472-4F61-8897-763A6920F687}" presName="parentLin" presStyleCnt="0"/>
      <dgm:spPr/>
    </dgm:pt>
    <dgm:pt modelId="{309EAD2C-6444-4749-AD62-368E113F7FB2}" type="pres">
      <dgm:prSet presAssocID="{5EAF1B1F-3472-4F61-8897-763A6920F687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BC0640DF-1D93-45FC-BE89-F645088E4E77}" type="pres">
      <dgm:prSet presAssocID="{5EAF1B1F-3472-4F61-8897-763A6920F687}" presName="parentText" presStyleLbl="node1" presStyleIdx="3" presStyleCnt="4" custScaleX="13002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F98ED46-F880-4640-A000-FC84F3E00726}" type="pres">
      <dgm:prSet presAssocID="{5EAF1B1F-3472-4F61-8897-763A6920F687}" presName="negativeSpace" presStyleCnt="0"/>
      <dgm:spPr/>
    </dgm:pt>
    <dgm:pt modelId="{50241E1A-1C2E-4880-8004-477465110F46}" type="pres">
      <dgm:prSet presAssocID="{5EAF1B1F-3472-4F61-8897-763A6920F68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AFCE4DB-F792-4532-B02F-F93F234DE2AD}" type="presOf" srcId="{9383DD00-3075-4330-9D19-DBD46C5BFF8E}" destId="{0025D599-4EB4-4638-ABE5-55525078D69D}" srcOrd="1" destOrd="0" presId="urn:microsoft.com/office/officeart/2005/8/layout/list1"/>
    <dgm:cxn modelId="{65CA6775-6C53-4984-91E0-180A17F5CC3A}" type="presOf" srcId="{98973BF9-6FFB-4A62-AD95-AF032DA4C0C3}" destId="{8A8358AC-00F1-405D-8154-648C368B2310}" srcOrd="1" destOrd="0" presId="urn:microsoft.com/office/officeart/2005/8/layout/list1"/>
    <dgm:cxn modelId="{7B48F02A-F491-4919-8015-AA1FABFAD934}" srcId="{3A86884E-42B6-403D-AD5B-58A857C389AC}" destId="{9383DD00-3075-4330-9D19-DBD46C5BFF8E}" srcOrd="1" destOrd="0" parTransId="{C8783C91-B519-44FA-8C32-3906B276754C}" sibTransId="{AB7BB25E-363E-4B18-A384-E062516BC2E9}"/>
    <dgm:cxn modelId="{0D04EAFD-BDDD-4C2F-BECB-62A1A1CF3E09}" type="presOf" srcId="{5EAF1B1F-3472-4F61-8897-763A6920F687}" destId="{309EAD2C-6444-4749-AD62-368E113F7FB2}" srcOrd="0" destOrd="0" presId="urn:microsoft.com/office/officeart/2005/8/layout/list1"/>
    <dgm:cxn modelId="{2CBBFBE9-4082-4F71-B81B-2D17DB03EC79}" srcId="{3A86884E-42B6-403D-AD5B-58A857C389AC}" destId="{98973BF9-6FFB-4A62-AD95-AF032DA4C0C3}" srcOrd="0" destOrd="0" parTransId="{1013534B-3B9F-47E2-BDF4-DDA8B7119CD3}" sibTransId="{2AA6DACE-4069-4F0D-A62F-B252DEE4AD69}"/>
    <dgm:cxn modelId="{3021CE08-22DF-401E-8EE7-91611B235D49}" srcId="{3A86884E-42B6-403D-AD5B-58A857C389AC}" destId="{5EAF1B1F-3472-4F61-8897-763A6920F687}" srcOrd="3" destOrd="0" parTransId="{11122CF9-5D9A-47A5-832D-A55DF091A82B}" sibTransId="{FBF231AF-32A1-457F-A649-8CC00251A6AA}"/>
    <dgm:cxn modelId="{E3E93419-B94A-4CEA-B1BE-DD703888C032}" type="presOf" srcId="{F794249B-9745-4830-83C6-77C3CCF39193}" destId="{3ECA278A-6B56-4C1C-80EC-B37C8B77FBDE}" srcOrd="0" destOrd="0" presId="urn:microsoft.com/office/officeart/2005/8/layout/list1"/>
    <dgm:cxn modelId="{1164A4E4-6EC2-4408-B716-A05A3930EF22}" type="presOf" srcId="{5EAF1B1F-3472-4F61-8897-763A6920F687}" destId="{BC0640DF-1D93-45FC-BE89-F645088E4E77}" srcOrd="1" destOrd="0" presId="urn:microsoft.com/office/officeart/2005/8/layout/list1"/>
    <dgm:cxn modelId="{3EF27831-1B2D-40E7-96D8-717A04FC23D1}" type="presOf" srcId="{98973BF9-6FFB-4A62-AD95-AF032DA4C0C3}" destId="{97FDCD8D-6354-4D9A-B5C7-CDF6AE3FAE19}" srcOrd="0" destOrd="0" presId="urn:microsoft.com/office/officeart/2005/8/layout/list1"/>
    <dgm:cxn modelId="{2DC4C51C-46F7-4C04-BEAF-E2895A9805F2}" srcId="{3A86884E-42B6-403D-AD5B-58A857C389AC}" destId="{F794249B-9745-4830-83C6-77C3CCF39193}" srcOrd="2" destOrd="0" parTransId="{395AF097-10DE-458C-8A39-32D3A15F9932}" sibTransId="{FFDAB3BF-A630-419C-8CB9-B9AFA67349CA}"/>
    <dgm:cxn modelId="{7A5AC23D-6214-4467-B2E9-92324B1C2F72}" type="presOf" srcId="{3A86884E-42B6-403D-AD5B-58A857C389AC}" destId="{27E951EB-6702-4E47-9AD7-61103BD0D8A7}" srcOrd="0" destOrd="0" presId="urn:microsoft.com/office/officeart/2005/8/layout/list1"/>
    <dgm:cxn modelId="{7FB6C851-DACC-4D2F-9B3B-7FF8392F4C49}" type="presOf" srcId="{F794249B-9745-4830-83C6-77C3CCF39193}" destId="{B3E73E1E-B41D-46C2-9C74-9A7CEE3690AF}" srcOrd="1" destOrd="0" presId="urn:microsoft.com/office/officeart/2005/8/layout/list1"/>
    <dgm:cxn modelId="{3EF352AF-2395-4A88-99EE-48F2AA23A5C4}" type="presOf" srcId="{9383DD00-3075-4330-9D19-DBD46C5BFF8E}" destId="{BB50E5F4-F2F9-44C3-BC28-20F714F9D6D3}" srcOrd="0" destOrd="0" presId="urn:microsoft.com/office/officeart/2005/8/layout/list1"/>
    <dgm:cxn modelId="{1FE64DB2-760E-4BDB-BE44-689778F4A5E4}" type="presParOf" srcId="{27E951EB-6702-4E47-9AD7-61103BD0D8A7}" destId="{78496ADD-01C5-4500-AE50-703FBBB63BC1}" srcOrd="0" destOrd="0" presId="urn:microsoft.com/office/officeart/2005/8/layout/list1"/>
    <dgm:cxn modelId="{0CBDE88D-35E5-48A1-9983-6DE4AD143265}" type="presParOf" srcId="{78496ADD-01C5-4500-AE50-703FBBB63BC1}" destId="{97FDCD8D-6354-4D9A-B5C7-CDF6AE3FAE19}" srcOrd="0" destOrd="0" presId="urn:microsoft.com/office/officeart/2005/8/layout/list1"/>
    <dgm:cxn modelId="{795D9551-FA1C-4359-9684-3AFFD361AB28}" type="presParOf" srcId="{78496ADD-01C5-4500-AE50-703FBBB63BC1}" destId="{8A8358AC-00F1-405D-8154-648C368B2310}" srcOrd="1" destOrd="0" presId="urn:microsoft.com/office/officeart/2005/8/layout/list1"/>
    <dgm:cxn modelId="{725E5CDE-C493-40A2-BDAF-CB115B4CA6ED}" type="presParOf" srcId="{27E951EB-6702-4E47-9AD7-61103BD0D8A7}" destId="{4D369AE1-2B8B-487D-BF43-64C3B2878A4C}" srcOrd="1" destOrd="0" presId="urn:microsoft.com/office/officeart/2005/8/layout/list1"/>
    <dgm:cxn modelId="{D67ABC6E-BD1F-4699-B0B4-B6D8CC6B6A69}" type="presParOf" srcId="{27E951EB-6702-4E47-9AD7-61103BD0D8A7}" destId="{EC027A7F-0097-4B4E-9AF0-29A69A5DF8EC}" srcOrd="2" destOrd="0" presId="urn:microsoft.com/office/officeart/2005/8/layout/list1"/>
    <dgm:cxn modelId="{95FE8D86-6914-4690-88A3-DF1A7160B859}" type="presParOf" srcId="{27E951EB-6702-4E47-9AD7-61103BD0D8A7}" destId="{39FEBB4D-586A-4B5B-A9D6-A53CFB623EDE}" srcOrd="3" destOrd="0" presId="urn:microsoft.com/office/officeart/2005/8/layout/list1"/>
    <dgm:cxn modelId="{81634A23-1D50-42B0-BC91-67645C584674}" type="presParOf" srcId="{27E951EB-6702-4E47-9AD7-61103BD0D8A7}" destId="{437BC76B-5AB3-44D7-91C5-CD5B1E6D0796}" srcOrd="4" destOrd="0" presId="urn:microsoft.com/office/officeart/2005/8/layout/list1"/>
    <dgm:cxn modelId="{0D341E17-4D03-46C8-AE06-DCBD0ED10B6A}" type="presParOf" srcId="{437BC76B-5AB3-44D7-91C5-CD5B1E6D0796}" destId="{BB50E5F4-F2F9-44C3-BC28-20F714F9D6D3}" srcOrd="0" destOrd="0" presId="urn:microsoft.com/office/officeart/2005/8/layout/list1"/>
    <dgm:cxn modelId="{D8D3E274-BF35-4054-A2D8-4AC5E92C341E}" type="presParOf" srcId="{437BC76B-5AB3-44D7-91C5-CD5B1E6D0796}" destId="{0025D599-4EB4-4638-ABE5-55525078D69D}" srcOrd="1" destOrd="0" presId="urn:microsoft.com/office/officeart/2005/8/layout/list1"/>
    <dgm:cxn modelId="{2F9EEA50-8E7F-4717-9C81-250AB942599F}" type="presParOf" srcId="{27E951EB-6702-4E47-9AD7-61103BD0D8A7}" destId="{B211C464-98F6-4E48-8861-974894BAABC1}" srcOrd="5" destOrd="0" presId="urn:microsoft.com/office/officeart/2005/8/layout/list1"/>
    <dgm:cxn modelId="{5A764256-D67D-495F-9859-0970EF64D3F1}" type="presParOf" srcId="{27E951EB-6702-4E47-9AD7-61103BD0D8A7}" destId="{FE6AE844-286C-4F12-A1F0-578B7E01E571}" srcOrd="6" destOrd="0" presId="urn:microsoft.com/office/officeart/2005/8/layout/list1"/>
    <dgm:cxn modelId="{75EB0E3E-AEC6-49E5-B813-3EB9B530FD4C}" type="presParOf" srcId="{27E951EB-6702-4E47-9AD7-61103BD0D8A7}" destId="{AFDA4A27-944D-4414-ACC0-0DAA8F95B725}" srcOrd="7" destOrd="0" presId="urn:microsoft.com/office/officeart/2005/8/layout/list1"/>
    <dgm:cxn modelId="{0FB774BE-0608-4876-BB05-C0EC43183FD9}" type="presParOf" srcId="{27E951EB-6702-4E47-9AD7-61103BD0D8A7}" destId="{E6F2D13E-B521-4766-8E41-4C79BBB736F5}" srcOrd="8" destOrd="0" presId="urn:microsoft.com/office/officeart/2005/8/layout/list1"/>
    <dgm:cxn modelId="{6A93F53E-E7D5-406B-8C40-86FFDCC96239}" type="presParOf" srcId="{E6F2D13E-B521-4766-8E41-4C79BBB736F5}" destId="{3ECA278A-6B56-4C1C-80EC-B37C8B77FBDE}" srcOrd="0" destOrd="0" presId="urn:microsoft.com/office/officeart/2005/8/layout/list1"/>
    <dgm:cxn modelId="{D69A3F9B-412B-4B0F-B25C-8577F65098E6}" type="presParOf" srcId="{E6F2D13E-B521-4766-8E41-4C79BBB736F5}" destId="{B3E73E1E-B41D-46C2-9C74-9A7CEE3690AF}" srcOrd="1" destOrd="0" presId="urn:microsoft.com/office/officeart/2005/8/layout/list1"/>
    <dgm:cxn modelId="{D236DCDA-B597-48EC-A67E-5039AAC5FFA1}" type="presParOf" srcId="{27E951EB-6702-4E47-9AD7-61103BD0D8A7}" destId="{298AA211-E561-4DC2-87AC-4C8532FF013F}" srcOrd="9" destOrd="0" presId="urn:microsoft.com/office/officeart/2005/8/layout/list1"/>
    <dgm:cxn modelId="{C4E5A032-2FE8-4E47-AE8E-7678F7FE5104}" type="presParOf" srcId="{27E951EB-6702-4E47-9AD7-61103BD0D8A7}" destId="{CAC298DB-02E6-4FCF-89ED-53F7C0A02251}" srcOrd="10" destOrd="0" presId="urn:microsoft.com/office/officeart/2005/8/layout/list1"/>
    <dgm:cxn modelId="{DA952356-CDC4-4FBD-B5FB-468809AD6DAE}" type="presParOf" srcId="{27E951EB-6702-4E47-9AD7-61103BD0D8A7}" destId="{BE6B6C84-87B8-4E0E-9E9C-A5AB5DF6F955}" srcOrd="11" destOrd="0" presId="urn:microsoft.com/office/officeart/2005/8/layout/list1"/>
    <dgm:cxn modelId="{E19D9EA3-B038-46D0-B7A6-410A33C8F861}" type="presParOf" srcId="{27E951EB-6702-4E47-9AD7-61103BD0D8A7}" destId="{3CB9B690-EBA1-4ABA-AFBD-45BA123A0C33}" srcOrd="12" destOrd="0" presId="urn:microsoft.com/office/officeart/2005/8/layout/list1"/>
    <dgm:cxn modelId="{7A3FDB3D-EBE9-4545-B241-D020B6C30F97}" type="presParOf" srcId="{3CB9B690-EBA1-4ABA-AFBD-45BA123A0C33}" destId="{309EAD2C-6444-4749-AD62-368E113F7FB2}" srcOrd="0" destOrd="0" presId="urn:microsoft.com/office/officeart/2005/8/layout/list1"/>
    <dgm:cxn modelId="{B164F9E6-AF55-4F24-AE8B-38B681280A24}" type="presParOf" srcId="{3CB9B690-EBA1-4ABA-AFBD-45BA123A0C33}" destId="{BC0640DF-1D93-45FC-BE89-F645088E4E77}" srcOrd="1" destOrd="0" presId="urn:microsoft.com/office/officeart/2005/8/layout/list1"/>
    <dgm:cxn modelId="{CBBC44A8-2C69-4593-94EB-69206420A788}" type="presParOf" srcId="{27E951EB-6702-4E47-9AD7-61103BD0D8A7}" destId="{DF98ED46-F880-4640-A000-FC84F3E00726}" srcOrd="13" destOrd="0" presId="urn:microsoft.com/office/officeart/2005/8/layout/list1"/>
    <dgm:cxn modelId="{B0473DAF-3645-4C90-ABD5-2673D75D032C}" type="presParOf" srcId="{27E951EB-6702-4E47-9AD7-61103BD0D8A7}" destId="{50241E1A-1C2E-4880-8004-477465110F4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86884E-42B6-403D-AD5B-58A857C389AC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98973BF9-6FFB-4A62-AD95-AF032DA4C0C3}">
      <dgm:prSet phldrT="[Текст]" custT="1"/>
      <dgm:spPr/>
      <dgm:t>
        <a:bodyPr/>
        <a:lstStyle/>
        <a:p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Барча глобал JavaScript объектлари, функциялари ва параметрлари автоматик равишда 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window </a:t>
          </a:r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объекти аъзоларига айланади.</a:t>
          </a:r>
          <a:r>
            <a:rPr lang="uz-Cyrl-UZ" sz="16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  <a:endParaRPr lang="ru-RU" sz="1600" b="1" dirty="0"/>
        </a:p>
      </dgm:t>
    </dgm:pt>
    <dgm:pt modelId="{1013534B-3B9F-47E2-BDF4-DDA8B7119CD3}" type="parTrans" cxnId="{2CBBFBE9-4082-4F71-B81B-2D17DB03EC79}">
      <dgm:prSet/>
      <dgm:spPr/>
      <dgm:t>
        <a:bodyPr/>
        <a:lstStyle/>
        <a:p>
          <a:endParaRPr lang="ru-RU"/>
        </a:p>
      </dgm:t>
    </dgm:pt>
    <dgm:pt modelId="{2AA6DACE-4069-4F0D-A62F-B252DEE4AD69}" type="sibTrans" cxnId="{2CBBFBE9-4082-4F71-B81B-2D17DB03EC79}">
      <dgm:prSet/>
      <dgm:spPr/>
      <dgm:t>
        <a:bodyPr/>
        <a:lstStyle/>
        <a:p>
          <a:endParaRPr lang="ru-RU"/>
        </a:p>
      </dgm:t>
    </dgm:pt>
    <dgm:pt modelId="{9383DD00-3075-4330-9D19-DBD46C5BFF8E}">
      <dgm:prSet phldrT="[Текст]" custT="1"/>
      <dgm:spPr/>
      <dgm:t>
        <a:bodyPr/>
        <a:lstStyle/>
        <a:p>
          <a:pPr algn="l"/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Глобал ўзгарувчилар - бу 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window</a:t>
          </a:r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 объектининг хусусиятлари.</a:t>
          </a:r>
          <a:endParaRPr lang="ru-RU" sz="1600" dirty="0"/>
        </a:p>
      </dgm:t>
    </dgm:pt>
    <dgm:pt modelId="{C8783C91-B519-44FA-8C32-3906B276754C}" type="parTrans" cxnId="{7B48F02A-F491-4919-8015-AA1FABFAD934}">
      <dgm:prSet/>
      <dgm:spPr/>
      <dgm:t>
        <a:bodyPr/>
        <a:lstStyle/>
        <a:p>
          <a:endParaRPr lang="ru-RU"/>
        </a:p>
      </dgm:t>
    </dgm:pt>
    <dgm:pt modelId="{AB7BB25E-363E-4B18-A384-E062516BC2E9}" type="sibTrans" cxnId="{7B48F02A-F491-4919-8015-AA1FABFAD934}">
      <dgm:prSet/>
      <dgm:spPr/>
      <dgm:t>
        <a:bodyPr/>
        <a:lstStyle/>
        <a:p>
          <a:endParaRPr lang="ru-RU"/>
        </a:p>
      </dgm:t>
    </dgm:pt>
    <dgm:pt modelId="{F794249B-9745-4830-83C6-77C3CCF39193}">
      <dgm:prSet phldrT="[Текст]" custT="1"/>
      <dgm:spPr/>
      <dgm:t>
        <a:bodyPr/>
        <a:lstStyle/>
        <a:p>
          <a:pPr algn="just"/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Глобал функциялар - бу 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window</a:t>
          </a:r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 объектининг усуллари.</a:t>
          </a:r>
          <a:endParaRPr lang="ru-RU" sz="1600" b="1" dirty="0"/>
        </a:p>
      </dgm:t>
    </dgm:pt>
    <dgm:pt modelId="{395AF097-10DE-458C-8A39-32D3A15F9932}" type="parTrans" cxnId="{2DC4C51C-46F7-4C04-BEAF-E2895A9805F2}">
      <dgm:prSet/>
      <dgm:spPr/>
      <dgm:t>
        <a:bodyPr/>
        <a:lstStyle/>
        <a:p>
          <a:endParaRPr lang="ru-RU"/>
        </a:p>
      </dgm:t>
    </dgm:pt>
    <dgm:pt modelId="{FFDAB3BF-A630-419C-8CB9-B9AFA67349CA}" type="sibTrans" cxnId="{2DC4C51C-46F7-4C04-BEAF-E2895A9805F2}">
      <dgm:prSet/>
      <dgm:spPr/>
      <dgm:t>
        <a:bodyPr/>
        <a:lstStyle/>
        <a:p>
          <a:endParaRPr lang="ru-RU"/>
        </a:p>
      </dgm:t>
    </dgm:pt>
    <dgm:pt modelId="{99511667-6DBD-40B5-9FCB-3777E63FF901}">
      <dgm:prSet custT="1"/>
      <dgm:spPr/>
      <dgm:t>
        <a:bodyPr/>
        <a:lstStyle/>
        <a:p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Ҳатто ҳужжат объекти (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HTML DOM</a:t>
          </a:r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) ҳам 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window</a:t>
          </a:r>
          <a:r>
            <a:rPr lang="uz-Latn-UZ" sz="1600" dirty="0" smtClean="0">
              <a:latin typeface="Times New Roman" pitchFamily="18" charset="0"/>
              <a:cs typeface="Times New Roman" pitchFamily="18" charset="0"/>
            </a:rPr>
            <a:t> объекти хусусиятидир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550C07-4676-4533-9D39-01BD1DA9E75C}" type="parTrans" cxnId="{744E656C-408E-4AB5-B085-1B4DACF8A143}">
      <dgm:prSet/>
      <dgm:spPr/>
      <dgm:t>
        <a:bodyPr/>
        <a:lstStyle/>
        <a:p>
          <a:endParaRPr lang="ru-RU"/>
        </a:p>
      </dgm:t>
    </dgm:pt>
    <dgm:pt modelId="{98119BA2-EAF4-40F7-89E9-46DA4B410023}" type="sibTrans" cxnId="{744E656C-408E-4AB5-B085-1B4DACF8A143}">
      <dgm:prSet/>
      <dgm:spPr/>
      <dgm:t>
        <a:bodyPr/>
        <a:lstStyle/>
        <a:p>
          <a:endParaRPr lang="ru-RU"/>
        </a:p>
      </dgm:t>
    </dgm:pt>
    <dgm:pt modelId="{27E951EB-6702-4E47-9AD7-61103BD0D8A7}" type="pres">
      <dgm:prSet presAssocID="{3A86884E-42B6-403D-AD5B-58A857C389A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496ADD-01C5-4500-AE50-703FBBB63BC1}" type="pres">
      <dgm:prSet presAssocID="{98973BF9-6FFB-4A62-AD95-AF032DA4C0C3}" presName="parentLin" presStyleCnt="0"/>
      <dgm:spPr/>
    </dgm:pt>
    <dgm:pt modelId="{97FDCD8D-6354-4D9A-B5C7-CDF6AE3FAE19}" type="pres">
      <dgm:prSet presAssocID="{98973BF9-6FFB-4A62-AD95-AF032DA4C0C3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8A8358AC-00F1-405D-8154-648C368B2310}" type="pres">
      <dgm:prSet presAssocID="{98973BF9-6FFB-4A62-AD95-AF032DA4C0C3}" presName="parentText" presStyleLbl="node1" presStyleIdx="0" presStyleCnt="4" custScaleX="128822" custScaleY="6526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369AE1-2B8B-487D-BF43-64C3B2878A4C}" type="pres">
      <dgm:prSet presAssocID="{98973BF9-6FFB-4A62-AD95-AF032DA4C0C3}" presName="negativeSpace" presStyleCnt="0"/>
      <dgm:spPr/>
    </dgm:pt>
    <dgm:pt modelId="{EC027A7F-0097-4B4E-9AF0-29A69A5DF8EC}" type="pres">
      <dgm:prSet presAssocID="{98973BF9-6FFB-4A62-AD95-AF032DA4C0C3}" presName="childText" presStyleLbl="conFgAcc1" presStyleIdx="0" presStyleCnt="4" custScaleY="77584">
        <dgm:presLayoutVars>
          <dgm:bulletEnabled val="1"/>
        </dgm:presLayoutVars>
      </dgm:prSet>
      <dgm:spPr/>
    </dgm:pt>
    <dgm:pt modelId="{39FEBB4D-586A-4B5B-A9D6-A53CFB623EDE}" type="pres">
      <dgm:prSet presAssocID="{2AA6DACE-4069-4F0D-A62F-B252DEE4AD69}" presName="spaceBetweenRectangles" presStyleCnt="0"/>
      <dgm:spPr/>
    </dgm:pt>
    <dgm:pt modelId="{437BC76B-5AB3-44D7-91C5-CD5B1E6D0796}" type="pres">
      <dgm:prSet presAssocID="{9383DD00-3075-4330-9D19-DBD46C5BFF8E}" presName="parentLin" presStyleCnt="0"/>
      <dgm:spPr/>
    </dgm:pt>
    <dgm:pt modelId="{BB50E5F4-F2F9-44C3-BC28-20F714F9D6D3}" type="pres">
      <dgm:prSet presAssocID="{9383DD00-3075-4330-9D19-DBD46C5BFF8E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0025D599-4EB4-4638-ABE5-55525078D69D}" type="pres">
      <dgm:prSet presAssocID="{9383DD00-3075-4330-9D19-DBD46C5BFF8E}" presName="parentText" presStyleLbl="node1" presStyleIdx="1" presStyleCnt="4" custScaleX="128822" custScaleY="44844" custLinFactNeighborY="-1015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11C464-98F6-4E48-8861-974894BAABC1}" type="pres">
      <dgm:prSet presAssocID="{9383DD00-3075-4330-9D19-DBD46C5BFF8E}" presName="negativeSpace" presStyleCnt="0"/>
      <dgm:spPr/>
    </dgm:pt>
    <dgm:pt modelId="{FE6AE844-286C-4F12-A1F0-578B7E01E571}" type="pres">
      <dgm:prSet presAssocID="{9383DD00-3075-4330-9D19-DBD46C5BFF8E}" presName="childText" presStyleLbl="conFgAcc1" presStyleIdx="1" presStyleCnt="4" custScaleY="53948">
        <dgm:presLayoutVars>
          <dgm:bulletEnabled val="1"/>
        </dgm:presLayoutVars>
      </dgm:prSet>
      <dgm:spPr/>
    </dgm:pt>
    <dgm:pt modelId="{AFDA4A27-944D-4414-ACC0-0DAA8F95B725}" type="pres">
      <dgm:prSet presAssocID="{AB7BB25E-363E-4B18-A384-E062516BC2E9}" presName="spaceBetweenRectangles" presStyleCnt="0"/>
      <dgm:spPr/>
    </dgm:pt>
    <dgm:pt modelId="{E6F2D13E-B521-4766-8E41-4C79BBB736F5}" type="pres">
      <dgm:prSet presAssocID="{F794249B-9745-4830-83C6-77C3CCF39193}" presName="parentLin" presStyleCnt="0"/>
      <dgm:spPr/>
    </dgm:pt>
    <dgm:pt modelId="{3ECA278A-6B56-4C1C-80EC-B37C8B77FBDE}" type="pres">
      <dgm:prSet presAssocID="{F794249B-9745-4830-83C6-77C3CCF39193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B3E73E1E-B41D-46C2-9C74-9A7CEE3690AF}" type="pres">
      <dgm:prSet presAssocID="{F794249B-9745-4830-83C6-77C3CCF39193}" presName="parentText" presStyleLbl="node1" presStyleIdx="2" presStyleCnt="4" custScaleX="128822" custScaleY="37656" custLinFactNeighborY="-1081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98AA211-E561-4DC2-87AC-4C8532FF013F}" type="pres">
      <dgm:prSet presAssocID="{F794249B-9745-4830-83C6-77C3CCF39193}" presName="negativeSpace" presStyleCnt="0"/>
      <dgm:spPr/>
    </dgm:pt>
    <dgm:pt modelId="{CAC298DB-02E6-4FCF-89ED-53F7C0A02251}" type="pres">
      <dgm:prSet presAssocID="{F794249B-9745-4830-83C6-77C3CCF39193}" presName="childText" presStyleLbl="conFgAcc1" presStyleIdx="2" presStyleCnt="4" custScaleY="50203" custLinFactNeighborY="43664">
        <dgm:presLayoutVars>
          <dgm:bulletEnabled val="1"/>
        </dgm:presLayoutVars>
      </dgm:prSet>
      <dgm:spPr/>
    </dgm:pt>
    <dgm:pt modelId="{54A0DF98-968B-48E8-86F1-585E5FBF064D}" type="pres">
      <dgm:prSet presAssocID="{FFDAB3BF-A630-419C-8CB9-B9AFA67349CA}" presName="spaceBetweenRectangles" presStyleCnt="0"/>
      <dgm:spPr/>
    </dgm:pt>
    <dgm:pt modelId="{3217D322-40D4-41B6-8277-F3E6AC5E272B}" type="pres">
      <dgm:prSet presAssocID="{99511667-6DBD-40B5-9FCB-3777E63FF901}" presName="parentLin" presStyleCnt="0"/>
      <dgm:spPr/>
    </dgm:pt>
    <dgm:pt modelId="{D5462095-EB8C-4BF9-9291-4E28676D491A}" type="pres">
      <dgm:prSet presAssocID="{99511667-6DBD-40B5-9FCB-3777E63FF901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26C54D8F-6FAB-45A1-AE6E-09A026CC738C}" type="pres">
      <dgm:prSet presAssocID="{99511667-6DBD-40B5-9FCB-3777E63FF901}" presName="parentText" presStyleLbl="node1" presStyleIdx="3" presStyleCnt="4" custScaleX="128822" custScaleY="56926" custLinFactNeighborY="-460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5FB8C1-C8E3-4FBD-BA86-77755A089A16}" type="pres">
      <dgm:prSet presAssocID="{99511667-6DBD-40B5-9FCB-3777E63FF901}" presName="negativeSpace" presStyleCnt="0"/>
      <dgm:spPr/>
    </dgm:pt>
    <dgm:pt modelId="{01369F51-3937-464E-8E6A-34B0CCC9C4D3}" type="pres">
      <dgm:prSet presAssocID="{99511667-6DBD-40B5-9FCB-3777E63FF901}" presName="childText" presStyleLbl="conFgAcc1" presStyleIdx="3" presStyleCnt="4" custScaleY="75015" custLinFactNeighborY="2008">
        <dgm:presLayoutVars>
          <dgm:bulletEnabled val="1"/>
        </dgm:presLayoutVars>
      </dgm:prSet>
      <dgm:spPr/>
    </dgm:pt>
  </dgm:ptLst>
  <dgm:cxnLst>
    <dgm:cxn modelId="{8101445F-CA19-4B3A-B449-953A3DBBB2F2}" type="presOf" srcId="{98973BF9-6FFB-4A62-AD95-AF032DA4C0C3}" destId="{97FDCD8D-6354-4D9A-B5C7-CDF6AE3FAE19}" srcOrd="0" destOrd="0" presId="urn:microsoft.com/office/officeart/2005/8/layout/list1"/>
    <dgm:cxn modelId="{1EA27532-249C-4A32-ADE5-8499C3975BC1}" type="presOf" srcId="{99511667-6DBD-40B5-9FCB-3777E63FF901}" destId="{26C54D8F-6FAB-45A1-AE6E-09A026CC738C}" srcOrd="1" destOrd="0" presId="urn:microsoft.com/office/officeart/2005/8/layout/list1"/>
    <dgm:cxn modelId="{2DC4C51C-46F7-4C04-BEAF-E2895A9805F2}" srcId="{3A86884E-42B6-403D-AD5B-58A857C389AC}" destId="{F794249B-9745-4830-83C6-77C3CCF39193}" srcOrd="2" destOrd="0" parTransId="{395AF097-10DE-458C-8A39-32D3A15F9932}" sibTransId="{FFDAB3BF-A630-419C-8CB9-B9AFA67349CA}"/>
    <dgm:cxn modelId="{FD229F76-F285-407D-9FC4-C67561DAE699}" type="presOf" srcId="{F794249B-9745-4830-83C6-77C3CCF39193}" destId="{B3E73E1E-B41D-46C2-9C74-9A7CEE3690AF}" srcOrd="1" destOrd="0" presId="urn:microsoft.com/office/officeart/2005/8/layout/list1"/>
    <dgm:cxn modelId="{744E656C-408E-4AB5-B085-1B4DACF8A143}" srcId="{3A86884E-42B6-403D-AD5B-58A857C389AC}" destId="{99511667-6DBD-40B5-9FCB-3777E63FF901}" srcOrd="3" destOrd="0" parTransId="{2D550C07-4676-4533-9D39-01BD1DA9E75C}" sibTransId="{98119BA2-EAF4-40F7-89E9-46DA4B410023}"/>
    <dgm:cxn modelId="{24CE308E-4B87-41B9-9973-94D64CDD76B0}" type="presOf" srcId="{9383DD00-3075-4330-9D19-DBD46C5BFF8E}" destId="{BB50E5F4-F2F9-44C3-BC28-20F714F9D6D3}" srcOrd="0" destOrd="0" presId="urn:microsoft.com/office/officeart/2005/8/layout/list1"/>
    <dgm:cxn modelId="{7B48F02A-F491-4919-8015-AA1FABFAD934}" srcId="{3A86884E-42B6-403D-AD5B-58A857C389AC}" destId="{9383DD00-3075-4330-9D19-DBD46C5BFF8E}" srcOrd="1" destOrd="0" parTransId="{C8783C91-B519-44FA-8C32-3906B276754C}" sibTransId="{AB7BB25E-363E-4B18-A384-E062516BC2E9}"/>
    <dgm:cxn modelId="{531CC242-328F-47E9-87DE-6ACEFFD8E1E3}" type="presOf" srcId="{3A86884E-42B6-403D-AD5B-58A857C389AC}" destId="{27E951EB-6702-4E47-9AD7-61103BD0D8A7}" srcOrd="0" destOrd="0" presId="urn:microsoft.com/office/officeart/2005/8/layout/list1"/>
    <dgm:cxn modelId="{8F6A6609-433C-4AFF-BFCA-9B34840C3735}" type="presOf" srcId="{98973BF9-6FFB-4A62-AD95-AF032DA4C0C3}" destId="{8A8358AC-00F1-405D-8154-648C368B2310}" srcOrd="1" destOrd="0" presId="urn:microsoft.com/office/officeart/2005/8/layout/list1"/>
    <dgm:cxn modelId="{83F64C7A-87D5-4A7B-88AA-C3B4EAAB1C15}" type="presOf" srcId="{9383DD00-3075-4330-9D19-DBD46C5BFF8E}" destId="{0025D599-4EB4-4638-ABE5-55525078D69D}" srcOrd="1" destOrd="0" presId="urn:microsoft.com/office/officeart/2005/8/layout/list1"/>
    <dgm:cxn modelId="{BACF4A47-988F-41BA-B91F-DE4655B79843}" type="presOf" srcId="{99511667-6DBD-40B5-9FCB-3777E63FF901}" destId="{D5462095-EB8C-4BF9-9291-4E28676D491A}" srcOrd="0" destOrd="0" presId="urn:microsoft.com/office/officeart/2005/8/layout/list1"/>
    <dgm:cxn modelId="{4EE859AA-AEC0-4F85-8D22-50A40CA63E3B}" type="presOf" srcId="{F794249B-9745-4830-83C6-77C3CCF39193}" destId="{3ECA278A-6B56-4C1C-80EC-B37C8B77FBDE}" srcOrd="0" destOrd="0" presId="urn:microsoft.com/office/officeart/2005/8/layout/list1"/>
    <dgm:cxn modelId="{2CBBFBE9-4082-4F71-B81B-2D17DB03EC79}" srcId="{3A86884E-42B6-403D-AD5B-58A857C389AC}" destId="{98973BF9-6FFB-4A62-AD95-AF032DA4C0C3}" srcOrd="0" destOrd="0" parTransId="{1013534B-3B9F-47E2-BDF4-DDA8B7119CD3}" sibTransId="{2AA6DACE-4069-4F0D-A62F-B252DEE4AD69}"/>
    <dgm:cxn modelId="{0CE213AA-2B2B-4FDE-B5CA-5124B965035B}" type="presParOf" srcId="{27E951EB-6702-4E47-9AD7-61103BD0D8A7}" destId="{78496ADD-01C5-4500-AE50-703FBBB63BC1}" srcOrd="0" destOrd="0" presId="urn:microsoft.com/office/officeart/2005/8/layout/list1"/>
    <dgm:cxn modelId="{18F052CA-BE1C-4145-8576-F6214D4B3733}" type="presParOf" srcId="{78496ADD-01C5-4500-AE50-703FBBB63BC1}" destId="{97FDCD8D-6354-4D9A-B5C7-CDF6AE3FAE19}" srcOrd="0" destOrd="0" presId="urn:microsoft.com/office/officeart/2005/8/layout/list1"/>
    <dgm:cxn modelId="{79AD8F84-4BE0-45EF-960B-5A50D75AA5F8}" type="presParOf" srcId="{78496ADD-01C5-4500-AE50-703FBBB63BC1}" destId="{8A8358AC-00F1-405D-8154-648C368B2310}" srcOrd="1" destOrd="0" presId="urn:microsoft.com/office/officeart/2005/8/layout/list1"/>
    <dgm:cxn modelId="{BBE3C252-FF85-42C0-839D-31B682B19EF2}" type="presParOf" srcId="{27E951EB-6702-4E47-9AD7-61103BD0D8A7}" destId="{4D369AE1-2B8B-487D-BF43-64C3B2878A4C}" srcOrd="1" destOrd="0" presId="urn:microsoft.com/office/officeart/2005/8/layout/list1"/>
    <dgm:cxn modelId="{75D205DD-3E84-442C-B83E-1C821485151E}" type="presParOf" srcId="{27E951EB-6702-4E47-9AD7-61103BD0D8A7}" destId="{EC027A7F-0097-4B4E-9AF0-29A69A5DF8EC}" srcOrd="2" destOrd="0" presId="urn:microsoft.com/office/officeart/2005/8/layout/list1"/>
    <dgm:cxn modelId="{05968EC2-6558-4F03-8EC4-4ECC30683C20}" type="presParOf" srcId="{27E951EB-6702-4E47-9AD7-61103BD0D8A7}" destId="{39FEBB4D-586A-4B5B-A9D6-A53CFB623EDE}" srcOrd="3" destOrd="0" presId="urn:microsoft.com/office/officeart/2005/8/layout/list1"/>
    <dgm:cxn modelId="{E8046703-7297-4D1A-B4E8-609E89CEA061}" type="presParOf" srcId="{27E951EB-6702-4E47-9AD7-61103BD0D8A7}" destId="{437BC76B-5AB3-44D7-91C5-CD5B1E6D0796}" srcOrd="4" destOrd="0" presId="urn:microsoft.com/office/officeart/2005/8/layout/list1"/>
    <dgm:cxn modelId="{7817FCA2-9267-4F5E-93B7-24B55D94C707}" type="presParOf" srcId="{437BC76B-5AB3-44D7-91C5-CD5B1E6D0796}" destId="{BB50E5F4-F2F9-44C3-BC28-20F714F9D6D3}" srcOrd="0" destOrd="0" presId="urn:microsoft.com/office/officeart/2005/8/layout/list1"/>
    <dgm:cxn modelId="{AE993E0D-439D-4BB3-9A87-70470874060E}" type="presParOf" srcId="{437BC76B-5AB3-44D7-91C5-CD5B1E6D0796}" destId="{0025D599-4EB4-4638-ABE5-55525078D69D}" srcOrd="1" destOrd="0" presId="urn:microsoft.com/office/officeart/2005/8/layout/list1"/>
    <dgm:cxn modelId="{3AFFF0E6-26E9-424A-A1C9-207C0081336A}" type="presParOf" srcId="{27E951EB-6702-4E47-9AD7-61103BD0D8A7}" destId="{B211C464-98F6-4E48-8861-974894BAABC1}" srcOrd="5" destOrd="0" presId="urn:microsoft.com/office/officeart/2005/8/layout/list1"/>
    <dgm:cxn modelId="{AFABE2BC-3842-435A-95C5-DE7DBD15042C}" type="presParOf" srcId="{27E951EB-6702-4E47-9AD7-61103BD0D8A7}" destId="{FE6AE844-286C-4F12-A1F0-578B7E01E571}" srcOrd="6" destOrd="0" presId="urn:microsoft.com/office/officeart/2005/8/layout/list1"/>
    <dgm:cxn modelId="{D999C21D-811B-4FC8-BC19-F5A19D44AD4C}" type="presParOf" srcId="{27E951EB-6702-4E47-9AD7-61103BD0D8A7}" destId="{AFDA4A27-944D-4414-ACC0-0DAA8F95B725}" srcOrd="7" destOrd="0" presId="urn:microsoft.com/office/officeart/2005/8/layout/list1"/>
    <dgm:cxn modelId="{4D3471C9-AC64-4A55-AD46-480A1012DD6C}" type="presParOf" srcId="{27E951EB-6702-4E47-9AD7-61103BD0D8A7}" destId="{E6F2D13E-B521-4766-8E41-4C79BBB736F5}" srcOrd="8" destOrd="0" presId="urn:microsoft.com/office/officeart/2005/8/layout/list1"/>
    <dgm:cxn modelId="{BAD0C3F1-64DF-40EE-BC09-FFB30B967494}" type="presParOf" srcId="{E6F2D13E-B521-4766-8E41-4C79BBB736F5}" destId="{3ECA278A-6B56-4C1C-80EC-B37C8B77FBDE}" srcOrd="0" destOrd="0" presId="urn:microsoft.com/office/officeart/2005/8/layout/list1"/>
    <dgm:cxn modelId="{9AB306CA-3989-43F9-93AA-5833C62EE29A}" type="presParOf" srcId="{E6F2D13E-B521-4766-8E41-4C79BBB736F5}" destId="{B3E73E1E-B41D-46C2-9C74-9A7CEE3690AF}" srcOrd="1" destOrd="0" presId="urn:microsoft.com/office/officeart/2005/8/layout/list1"/>
    <dgm:cxn modelId="{095AA0F1-D587-4C7E-A83B-639BFCCC86CC}" type="presParOf" srcId="{27E951EB-6702-4E47-9AD7-61103BD0D8A7}" destId="{298AA211-E561-4DC2-87AC-4C8532FF013F}" srcOrd="9" destOrd="0" presId="urn:microsoft.com/office/officeart/2005/8/layout/list1"/>
    <dgm:cxn modelId="{F9DD6A8B-B1FF-49A5-87EE-0944CA3FE936}" type="presParOf" srcId="{27E951EB-6702-4E47-9AD7-61103BD0D8A7}" destId="{CAC298DB-02E6-4FCF-89ED-53F7C0A02251}" srcOrd="10" destOrd="0" presId="urn:microsoft.com/office/officeart/2005/8/layout/list1"/>
    <dgm:cxn modelId="{7F0FB7C9-D350-43D3-A99B-F12E397C31FA}" type="presParOf" srcId="{27E951EB-6702-4E47-9AD7-61103BD0D8A7}" destId="{54A0DF98-968B-48E8-86F1-585E5FBF064D}" srcOrd="11" destOrd="0" presId="urn:microsoft.com/office/officeart/2005/8/layout/list1"/>
    <dgm:cxn modelId="{4EF22AFE-0EE6-4D19-BCF1-F3453E0901EE}" type="presParOf" srcId="{27E951EB-6702-4E47-9AD7-61103BD0D8A7}" destId="{3217D322-40D4-41B6-8277-F3E6AC5E272B}" srcOrd="12" destOrd="0" presId="urn:microsoft.com/office/officeart/2005/8/layout/list1"/>
    <dgm:cxn modelId="{F8477EAF-C809-48BC-8751-44A53377716F}" type="presParOf" srcId="{3217D322-40D4-41B6-8277-F3E6AC5E272B}" destId="{D5462095-EB8C-4BF9-9291-4E28676D491A}" srcOrd="0" destOrd="0" presId="urn:microsoft.com/office/officeart/2005/8/layout/list1"/>
    <dgm:cxn modelId="{A4541A54-ACAE-44D8-98C0-FF7B9F639ACE}" type="presParOf" srcId="{3217D322-40D4-41B6-8277-F3E6AC5E272B}" destId="{26C54D8F-6FAB-45A1-AE6E-09A026CC738C}" srcOrd="1" destOrd="0" presId="urn:microsoft.com/office/officeart/2005/8/layout/list1"/>
    <dgm:cxn modelId="{5E77C55F-75D4-45DD-893B-674D12780B41}" type="presParOf" srcId="{27E951EB-6702-4E47-9AD7-61103BD0D8A7}" destId="{2C5FB8C1-C8E3-4FBD-BA86-77755A089A16}" srcOrd="13" destOrd="0" presId="urn:microsoft.com/office/officeart/2005/8/layout/list1"/>
    <dgm:cxn modelId="{08613098-3295-4F41-8B15-5DACF0638E22}" type="presParOf" srcId="{27E951EB-6702-4E47-9AD7-61103BD0D8A7}" destId="{01369F51-3937-464E-8E6A-34B0CCC9C4D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5BEE37-9C3F-4012-AADF-43D388BC535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ADCBF4FC-4326-4904-B3A0-1F1262B366F3}">
      <dgm:prSet phldrT="[Текст]" custT="1"/>
      <dgm:spPr/>
      <dgm:t>
        <a:bodyPr/>
        <a:lstStyle/>
        <a:p>
          <a:pPr algn="l"/>
          <a:r>
            <a:rPr lang="en-US" sz="2400" dirty="0" err="1" smtClean="0">
              <a:latin typeface="Times New Roman" pitchFamily="18" charset="0"/>
              <a:cs typeface="Times New Roman" pitchFamily="18" charset="0"/>
            </a:rPr>
            <a:t>windows.open</a:t>
          </a:r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 () 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B4072B-B74D-4F43-A64B-A8422B90E5EE}" type="parTrans" cxnId="{0DF0FDE0-E692-4D60-AF02-CA862EDEEAC9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8D82E2-A3A6-42C5-829F-4CAFE3CA5123}" type="sibTrans" cxnId="{0DF0FDE0-E692-4D60-AF02-CA862EDEEAC9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890CCA-2519-4260-8E0F-2578EB70DE70}">
      <dgm:prSet phldrT="[Текст]" custT="1"/>
      <dgm:spPr/>
      <dgm:t>
        <a:bodyPr/>
        <a:lstStyle/>
        <a:p>
          <a:pPr algn="l"/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Янги </a:t>
          </a:r>
          <a:r>
            <a:rPr lang="ru-RU" sz="2400" dirty="0" err="1" smtClean="0">
              <a:latin typeface="Times New Roman" pitchFamily="18" charset="0"/>
              <a:cs typeface="Times New Roman" pitchFamily="18" charset="0"/>
            </a:rPr>
            <a:t>ойна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dirty="0" err="1" smtClean="0">
              <a:latin typeface="Times New Roman" pitchFamily="18" charset="0"/>
              <a:cs typeface="Times New Roman" pitchFamily="18" charset="0"/>
            </a:rPr>
            <a:t>очиш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16D332-031A-4EC0-9C88-3486FBA17A6F}" type="parTrans" cxnId="{634C2E4D-43CA-4CB5-B229-13BD1F03BFA6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5D483-F645-4536-A0FD-FAB8675943B4}" type="sibTrans" cxnId="{634C2E4D-43CA-4CB5-B229-13BD1F03BFA6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FDA04B-20A2-46DE-94AA-7215804540FB}">
      <dgm:prSet phldrT="[Текст]" custT="1"/>
      <dgm:spPr/>
      <dgm:t>
        <a:bodyPr/>
        <a:lstStyle/>
        <a:p>
          <a:pPr algn="l"/>
          <a:r>
            <a:rPr lang="en-US" sz="2400" dirty="0" err="1" smtClean="0">
              <a:latin typeface="Times New Roman" pitchFamily="18" charset="0"/>
              <a:cs typeface="Times New Roman" pitchFamily="18" charset="0"/>
            </a:rPr>
            <a:t>windows.close</a:t>
          </a:r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 () 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D5A113-67A3-4D8F-B3FB-765EB8064F55}" type="parTrans" cxnId="{B8FB13C9-F6CC-49C4-B660-7F1197789C7B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F33160-B181-4BF9-99D7-AB50B303E5AE}" type="sibTrans" cxnId="{B8FB13C9-F6CC-49C4-B660-7F1197789C7B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98B1CF-F7F7-4992-B3B9-00315FF59984}">
      <dgm:prSet phldrT="[Текст]" custT="1"/>
      <dgm:spPr/>
      <dgm:t>
        <a:bodyPr/>
        <a:lstStyle/>
        <a:p>
          <a:pPr algn="l"/>
          <a:r>
            <a:rPr lang="uz-Cyrl-UZ" sz="2400" dirty="0" smtClean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Жорий ойнани ёпиш.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23FF24-5D89-4947-8386-40A64F9B2F33}" type="parTrans" cxnId="{104F2112-4ED4-433E-BB0C-A6D6E89658E6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E6F37A-DC78-43F4-94B4-4DC66CC86D1C}" type="sibTrans" cxnId="{104F2112-4ED4-433E-BB0C-A6D6E89658E6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F752CC-088F-4066-9BFF-C84AC3C74D2B}">
      <dgm:prSet phldrT="[Текст]" custT="1"/>
      <dgm:spPr/>
      <dgm:t>
        <a:bodyPr/>
        <a:lstStyle/>
        <a:p>
          <a:pPr algn="l"/>
          <a:r>
            <a:rPr lang="en-US" sz="2400" dirty="0" err="1" smtClean="0">
              <a:latin typeface="Times New Roman" pitchFamily="18" charset="0"/>
              <a:cs typeface="Times New Roman" pitchFamily="18" charset="0"/>
            </a:rPr>
            <a:t>windows.moveTo</a:t>
          </a:r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 () 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597E43-5088-47C8-9C1E-C2267DEFFDD7}" type="parTrans" cxnId="{AB2D33A6-117A-4267-AF3A-FB651C6B94E2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B7350B-AE24-4990-A0CB-A46F9060D297}" type="sibTrans" cxnId="{AB2D33A6-117A-4267-AF3A-FB651C6B94E2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1B046B-56AE-4C0D-81CE-FE3060266571}">
      <dgm:prSet phldrT="[Текст]" custT="1"/>
      <dgm:spPr/>
      <dgm:t>
        <a:bodyPr/>
        <a:lstStyle/>
        <a:p>
          <a:pPr algn="l" rtl="0"/>
          <a:r>
            <a:rPr lang="uz-Cyrl-UZ" sz="2400" dirty="0" smtClean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Жорий ойнани силжитиш.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1C89AA-747D-4D68-B9AB-012084CAD301}" type="parTrans" cxnId="{58770B48-31CA-4060-8653-97B414ADEF54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BAAB7F-DD04-4C75-B447-F723BD6391EC}" type="sibTrans" cxnId="{58770B48-31CA-4060-8653-97B414ADEF54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6A281C-4026-4E8F-BC40-103498E437A0}">
      <dgm:prSet custT="1"/>
      <dgm:spPr/>
      <dgm:t>
        <a:bodyPr/>
        <a:lstStyle/>
        <a:p>
          <a:r>
            <a:rPr lang="en-US" sz="2400" dirty="0" err="1" smtClean="0">
              <a:latin typeface="Times New Roman" pitchFamily="18" charset="0"/>
              <a:cs typeface="Times New Roman" pitchFamily="18" charset="0"/>
            </a:rPr>
            <a:t>window.resizeTo</a:t>
          </a:r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 () 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64E802-AF40-4507-8961-7D92F7767BCB}" type="parTrans" cxnId="{9842FD43-D64A-45D9-A4A9-298501E41169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D54F20-52D0-4828-8758-F2E5B7890167}" type="sibTrans" cxnId="{9842FD43-D64A-45D9-A4A9-298501E41169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C6E7E1-E3B9-4919-A289-6A12F0F10EE9}">
      <dgm:prSet custT="1"/>
      <dgm:spPr/>
      <dgm:t>
        <a:bodyPr/>
        <a:lstStyle/>
        <a:p>
          <a:r>
            <a:rPr lang="ru-RU" sz="24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Жорий</a:t>
          </a:r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ойнани</a:t>
          </a:r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ҳажмини</a:t>
          </a:r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ўзгартириш</a:t>
          </a:r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D497A9-49D8-40DD-B339-9E9A6ADAF6E6}" type="parTrans" cxnId="{0764789B-C712-48D2-A303-FF3D988407F6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6359A6-C274-4AD6-8D7E-A8E694CA2F96}" type="sibTrans" cxnId="{0764789B-C712-48D2-A303-FF3D988407F6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FFA1C7-C5A9-44CC-A394-8BF3F9ED7689}" type="pres">
      <dgm:prSet presAssocID="{395BEE37-9C3F-4012-AADF-43D388BC535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FFA184C-C09D-4BDB-ABEF-3A7D3417241F}" type="pres">
      <dgm:prSet presAssocID="{ADCBF4FC-4326-4904-B3A0-1F1262B366F3}" presName="parentLin" presStyleCnt="0"/>
      <dgm:spPr/>
    </dgm:pt>
    <dgm:pt modelId="{56FD245D-5AA2-4B28-AAE7-BECA6ED2D85D}" type="pres">
      <dgm:prSet presAssocID="{ADCBF4FC-4326-4904-B3A0-1F1262B366F3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956D358E-8231-48DD-A193-83348C2E43B9}" type="pres">
      <dgm:prSet presAssocID="{ADCBF4FC-4326-4904-B3A0-1F1262B366F3}" presName="parentText" presStyleLbl="node1" presStyleIdx="0" presStyleCnt="4" custScaleX="128212" custScaleY="6134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94E9E6-6F95-450A-8E3B-9B7E2AC2EB84}" type="pres">
      <dgm:prSet presAssocID="{ADCBF4FC-4326-4904-B3A0-1F1262B366F3}" presName="negativeSpace" presStyleCnt="0"/>
      <dgm:spPr/>
    </dgm:pt>
    <dgm:pt modelId="{EA2DF4FB-E291-47FF-B2C0-349EC4F53C6C}" type="pres">
      <dgm:prSet presAssocID="{ADCBF4FC-4326-4904-B3A0-1F1262B366F3}" presName="childText" presStyleLbl="conFgAcc1" presStyleIdx="0" presStyleCnt="4" custScaleY="9619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4A552D-40A5-4FE6-BF31-40478C84F197}" type="pres">
      <dgm:prSet presAssocID="{8E8D82E2-A3A6-42C5-829F-4CAFE3CA5123}" presName="spaceBetweenRectangles" presStyleCnt="0"/>
      <dgm:spPr/>
    </dgm:pt>
    <dgm:pt modelId="{88AE9125-A429-472D-B2F9-A3AA674D8FED}" type="pres">
      <dgm:prSet presAssocID="{2CFDA04B-20A2-46DE-94AA-7215804540FB}" presName="parentLin" presStyleCnt="0"/>
      <dgm:spPr/>
    </dgm:pt>
    <dgm:pt modelId="{8016DB21-DD06-4D34-A1A9-58C7C97A223B}" type="pres">
      <dgm:prSet presAssocID="{2CFDA04B-20A2-46DE-94AA-7215804540FB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79F0FC4D-AFD9-4269-894B-EC5E31BDD5F1}" type="pres">
      <dgm:prSet presAssocID="{2CFDA04B-20A2-46DE-94AA-7215804540FB}" presName="parentText" presStyleLbl="node1" presStyleIdx="1" presStyleCnt="4" custScaleX="128212" custScaleY="7267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647613-3B40-4604-8324-01862A23E68A}" type="pres">
      <dgm:prSet presAssocID="{2CFDA04B-20A2-46DE-94AA-7215804540FB}" presName="negativeSpace" presStyleCnt="0"/>
      <dgm:spPr/>
    </dgm:pt>
    <dgm:pt modelId="{BF845D55-EA76-446A-8B7D-3E264D134ABD}" type="pres">
      <dgm:prSet presAssocID="{2CFDA04B-20A2-46DE-94AA-7215804540FB}" presName="childText" presStyleLbl="conFgAcc1" presStyleIdx="1" presStyleCnt="4" custScaleY="7739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B03954-30C4-4BB4-A22A-776D341AF056}" type="pres">
      <dgm:prSet presAssocID="{13F33160-B181-4BF9-99D7-AB50B303E5AE}" presName="spaceBetweenRectangles" presStyleCnt="0"/>
      <dgm:spPr/>
    </dgm:pt>
    <dgm:pt modelId="{37752A06-5745-4F77-9833-54131C872438}" type="pres">
      <dgm:prSet presAssocID="{A2F752CC-088F-4066-9BFF-C84AC3C74D2B}" presName="parentLin" presStyleCnt="0"/>
      <dgm:spPr/>
    </dgm:pt>
    <dgm:pt modelId="{6A6DC82B-68BF-4CAC-BCA2-FEB6AAA3A747}" type="pres">
      <dgm:prSet presAssocID="{A2F752CC-088F-4066-9BFF-C84AC3C74D2B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4C4B9275-D794-4990-8868-653B192FA600}" type="pres">
      <dgm:prSet presAssocID="{A2F752CC-088F-4066-9BFF-C84AC3C74D2B}" presName="parentText" presStyleLbl="node1" presStyleIdx="2" presStyleCnt="4" custScaleX="128212" custScaleY="6595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35AC7C-247A-4E47-B757-65F3EE7ADA5C}" type="pres">
      <dgm:prSet presAssocID="{A2F752CC-088F-4066-9BFF-C84AC3C74D2B}" presName="negativeSpace" presStyleCnt="0"/>
      <dgm:spPr/>
    </dgm:pt>
    <dgm:pt modelId="{46E4E4A8-2AA8-43AD-9E04-74826790F03A}" type="pres">
      <dgm:prSet presAssocID="{A2F752CC-088F-4066-9BFF-C84AC3C74D2B}" presName="childText" presStyleLbl="conFgAcc1" presStyleIdx="2" presStyleCnt="4" custScaleY="7463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E513D99-7CE5-447F-907C-B40D6BFA5779}" type="pres">
      <dgm:prSet presAssocID="{B6B7350B-AE24-4990-A0CB-A46F9060D297}" presName="spaceBetweenRectangles" presStyleCnt="0"/>
      <dgm:spPr/>
    </dgm:pt>
    <dgm:pt modelId="{9204025A-50EC-43D1-AC82-61E6E63DDE01}" type="pres">
      <dgm:prSet presAssocID="{1A6A281C-4026-4E8F-BC40-103498E437A0}" presName="parentLin" presStyleCnt="0"/>
      <dgm:spPr/>
    </dgm:pt>
    <dgm:pt modelId="{3D6731B4-28EE-4C8D-998D-968E2E85D505}" type="pres">
      <dgm:prSet presAssocID="{1A6A281C-4026-4E8F-BC40-103498E437A0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A3241462-A168-493A-A5C4-EE983848CBC5}" type="pres">
      <dgm:prSet presAssocID="{1A6A281C-4026-4E8F-BC40-103498E437A0}" presName="parentText" presStyleLbl="node1" presStyleIdx="3" presStyleCnt="4" custScaleX="128812" custScaleY="5293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337C45-6C54-43EA-8F70-A5A635745C12}" type="pres">
      <dgm:prSet presAssocID="{1A6A281C-4026-4E8F-BC40-103498E437A0}" presName="negativeSpace" presStyleCnt="0"/>
      <dgm:spPr/>
    </dgm:pt>
    <dgm:pt modelId="{B11F6FF6-A501-4301-8E46-AF35FBCCDE0A}" type="pres">
      <dgm:prSet presAssocID="{1A6A281C-4026-4E8F-BC40-103498E437A0}" presName="childText" presStyleLbl="conFgAcc1" presStyleIdx="3" presStyleCnt="4" custScaleY="824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764789B-C712-48D2-A303-FF3D988407F6}" srcId="{1A6A281C-4026-4E8F-BC40-103498E437A0}" destId="{07C6E7E1-E3B9-4919-A289-6A12F0F10EE9}" srcOrd="0" destOrd="0" parTransId="{0CD497A9-49D8-40DD-B339-9E9A6ADAF6E6}" sibTransId="{AB6359A6-C274-4AD6-8D7E-A8E694CA2F96}"/>
    <dgm:cxn modelId="{FEE7EEAD-1C72-4E5B-88DA-1E45C1552E6A}" type="presOf" srcId="{ADCBF4FC-4326-4904-B3A0-1F1262B366F3}" destId="{56FD245D-5AA2-4B28-AAE7-BECA6ED2D85D}" srcOrd="0" destOrd="0" presId="urn:microsoft.com/office/officeart/2005/8/layout/list1"/>
    <dgm:cxn modelId="{4DCFBAFE-15A2-497C-B75E-44B02B40244A}" type="presOf" srcId="{FB1B046B-56AE-4C0D-81CE-FE3060266571}" destId="{46E4E4A8-2AA8-43AD-9E04-74826790F03A}" srcOrd="0" destOrd="0" presId="urn:microsoft.com/office/officeart/2005/8/layout/list1"/>
    <dgm:cxn modelId="{104F2112-4ED4-433E-BB0C-A6D6E89658E6}" srcId="{2CFDA04B-20A2-46DE-94AA-7215804540FB}" destId="{4998B1CF-F7F7-4992-B3B9-00315FF59984}" srcOrd="0" destOrd="0" parTransId="{F423FF24-5D89-4947-8386-40A64F9B2F33}" sibTransId="{22E6F37A-DC78-43F4-94B4-4DC66CC86D1C}"/>
    <dgm:cxn modelId="{E181C3B4-F260-479E-B2DF-F21DA11445E7}" type="presOf" srcId="{1A6A281C-4026-4E8F-BC40-103498E437A0}" destId="{3D6731B4-28EE-4C8D-998D-968E2E85D505}" srcOrd="0" destOrd="0" presId="urn:microsoft.com/office/officeart/2005/8/layout/list1"/>
    <dgm:cxn modelId="{3660E42B-C238-4EE8-939D-677D50817C3C}" type="presOf" srcId="{4998B1CF-F7F7-4992-B3B9-00315FF59984}" destId="{BF845D55-EA76-446A-8B7D-3E264D134ABD}" srcOrd="0" destOrd="0" presId="urn:microsoft.com/office/officeart/2005/8/layout/list1"/>
    <dgm:cxn modelId="{634C2E4D-43CA-4CB5-B229-13BD1F03BFA6}" srcId="{ADCBF4FC-4326-4904-B3A0-1F1262B366F3}" destId="{11890CCA-2519-4260-8E0F-2578EB70DE70}" srcOrd="0" destOrd="0" parTransId="{FE16D332-031A-4EC0-9C88-3486FBA17A6F}" sibTransId="{42B5D483-F645-4536-A0FD-FAB8675943B4}"/>
    <dgm:cxn modelId="{0DF0FDE0-E692-4D60-AF02-CA862EDEEAC9}" srcId="{395BEE37-9C3F-4012-AADF-43D388BC5358}" destId="{ADCBF4FC-4326-4904-B3A0-1F1262B366F3}" srcOrd="0" destOrd="0" parTransId="{1FB4072B-B74D-4F43-A64B-A8422B90E5EE}" sibTransId="{8E8D82E2-A3A6-42C5-829F-4CAFE3CA5123}"/>
    <dgm:cxn modelId="{D0616B83-D24C-4B7A-BD05-9F2642ACC72C}" type="presOf" srcId="{2CFDA04B-20A2-46DE-94AA-7215804540FB}" destId="{8016DB21-DD06-4D34-A1A9-58C7C97A223B}" srcOrd="0" destOrd="0" presId="urn:microsoft.com/office/officeart/2005/8/layout/list1"/>
    <dgm:cxn modelId="{0FD43582-6333-493A-8A75-7C5BB17A4E5E}" type="presOf" srcId="{ADCBF4FC-4326-4904-B3A0-1F1262B366F3}" destId="{956D358E-8231-48DD-A193-83348C2E43B9}" srcOrd="1" destOrd="0" presId="urn:microsoft.com/office/officeart/2005/8/layout/list1"/>
    <dgm:cxn modelId="{9842FD43-D64A-45D9-A4A9-298501E41169}" srcId="{395BEE37-9C3F-4012-AADF-43D388BC5358}" destId="{1A6A281C-4026-4E8F-BC40-103498E437A0}" srcOrd="3" destOrd="0" parTransId="{6264E802-AF40-4507-8961-7D92F7767BCB}" sibTransId="{A3D54F20-52D0-4828-8758-F2E5B7890167}"/>
    <dgm:cxn modelId="{E854C9BC-3CFE-4073-B870-AA9DA91B18E7}" type="presOf" srcId="{395BEE37-9C3F-4012-AADF-43D388BC5358}" destId="{78FFA1C7-C5A9-44CC-A394-8BF3F9ED7689}" srcOrd="0" destOrd="0" presId="urn:microsoft.com/office/officeart/2005/8/layout/list1"/>
    <dgm:cxn modelId="{2CBC2B10-02CF-41A0-AD5A-8109E630CFCE}" type="presOf" srcId="{07C6E7E1-E3B9-4919-A289-6A12F0F10EE9}" destId="{B11F6FF6-A501-4301-8E46-AF35FBCCDE0A}" srcOrd="0" destOrd="0" presId="urn:microsoft.com/office/officeart/2005/8/layout/list1"/>
    <dgm:cxn modelId="{E9F5E82E-0BFF-4959-A7FA-D840FCC57467}" type="presOf" srcId="{A2F752CC-088F-4066-9BFF-C84AC3C74D2B}" destId="{6A6DC82B-68BF-4CAC-BCA2-FEB6AAA3A747}" srcOrd="0" destOrd="0" presId="urn:microsoft.com/office/officeart/2005/8/layout/list1"/>
    <dgm:cxn modelId="{0D714048-3808-4782-A38E-DF63B7228FDA}" type="presOf" srcId="{2CFDA04B-20A2-46DE-94AA-7215804540FB}" destId="{79F0FC4D-AFD9-4269-894B-EC5E31BDD5F1}" srcOrd="1" destOrd="0" presId="urn:microsoft.com/office/officeart/2005/8/layout/list1"/>
    <dgm:cxn modelId="{C136E897-C0A8-4312-83DF-19E40977CBDD}" type="presOf" srcId="{11890CCA-2519-4260-8E0F-2578EB70DE70}" destId="{EA2DF4FB-E291-47FF-B2C0-349EC4F53C6C}" srcOrd="0" destOrd="0" presId="urn:microsoft.com/office/officeart/2005/8/layout/list1"/>
    <dgm:cxn modelId="{AB2D33A6-117A-4267-AF3A-FB651C6B94E2}" srcId="{395BEE37-9C3F-4012-AADF-43D388BC5358}" destId="{A2F752CC-088F-4066-9BFF-C84AC3C74D2B}" srcOrd="2" destOrd="0" parTransId="{F2597E43-5088-47C8-9C1E-C2267DEFFDD7}" sibTransId="{B6B7350B-AE24-4990-A0CB-A46F9060D297}"/>
    <dgm:cxn modelId="{58770B48-31CA-4060-8653-97B414ADEF54}" srcId="{A2F752CC-088F-4066-9BFF-C84AC3C74D2B}" destId="{FB1B046B-56AE-4C0D-81CE-FE3060266571}" srcOrd="0" destOrd="0" parTransId="{431C89AA-747D-4D68-B9AB-012084CAD301}" sibTransId="{AFBAAB7F-DD04-4C75-B447-F723BD6391EC}"/>
    <dgm:cxn modelId="{B8FB13C9-F6CC-49C4-B660-7F1197789C7B}" srcId="{395BEE37-9C3F-4012-AADF-43D388BC5358}" destId="{2CFDA04B-20A2-46DE-94AA-7215804540FB}" srcOrd="1" destOrd="0" parTransId="{2BD5A113-67A3-4D8F-B3FB-765EB8064F55}" sibTransId="{13F33160-B181-4BF9-99D7-AB50B303E5AE}"/>
    <dgm:cxn modelId="{F7322E3C-C437-4922-8636-FE27139CF3AC}" type="presOf" srcId="{A2F752CC-088F-4066-9BFF-C84AC3C74D2B}" destId="{4C4B9275-D794-4990-8868-653B192FA600}" srcOrd="1" destOrd="0" presId="urn:microsoft.com/office/officeart/2005/8/layout/list1"/>
    <dgm:cxn modelId="{5FE4DD75-87E1-4942-9848-45A517D790C0}" type="presOf" srcId="{1A6A281C-4026-4E8F-BC40-103498E437A0}" destId="{A3241462-A168-493A-A5C4-EE983848CBC5}" srcOrd="1" destOrd="0" presId="urn:microsoft.com/office/officeart/2005/8/layout/list1"/>
    <dgm:cxn modelId="{FDC2CE28-2701-45DD-9FE5-6C72534488E3}" type="presParOf" srcId="{78FFA1C7-C5A9-44CC-A394-8BF3F9ED7689}" destId="{DFFA184C-C09D-4BDB-ABEF-3A7D3417241F}" srcOrd="0" destOrd="0" presId="urn:microsoft.com/office/officeart/2005/8/layout/list1"/>
    <dgm:cxn modelId="{D2EDBDC6-0B71-4C29-98B6-67731B109C44}" type="presParOf" srcId="{DFFA184C-C09D-4BDB-ABEF-3A7D3417241F}" destId="{56FD245D-5AA2-4B28-AAE7-BECA6ED2D85D}" srcOrd="0" destOrd="0" presId="urn:microsoft.com/office/officeart/2005/8/layout/list1"/>
    <dgm:cxn modelId="{09928B16-E07E-4526-8749-77233E89E1FD}" type="presParOf" srcId="{DFFA184C-C09D-4BDB-ABEF-3A7D3417241F}" destId="{956D358E-8231-48DD-A193-83348C2E43B9}" srcOrd="1" destOrd="0" presId="urn:microsoft.com/office/officeart/2005/8/layout/list1"/>
    <dgm:cxn modelId="{B54B7B17-4178-447E-9F6B-D6D17B3F419C}" type="presParOf" srcId="{78FFA1C7-C5A9-44CC-A394-8BF3F9ED7689}" destId="{0894E9E6-6F95-450A-8E3B-9B7E2AC2EB84}" srcOrd="1" destOrd="0" presId="urn:microsoft.com/office/officeart/2005/8/layout/list1"/>
    <dgm:cxn modelId="{8DBF3B4F-F1F6-4EA5-8FAD-50A2F3BA0EEA}" type="presParOf" srcId="{78FFA1C7-C5A9-44CC-A394-8BF3F9ED7689}" destId="{EA2DF4FB-E291-47FF-B2C0-349EC4F53C6C}" srcOrd="2" destOrd="0" presId="urn:microsoft.com/office/officeart/2005/8/layout/list1"/>
    <dgm:cxn modelId="{C6F85158-AACB-4955-9449-14717C0FAB76}" type="presParOf" srcId="{78FFA1C7-C5A9-44CC-A394-8BF3F9ED7689}" destId="{4C4A552D-40A5-4FE6-BF31-40478C84F197}" srcOrd="3" destOrd="0" presId="urn:microsoft.com/office/officeart/2005/8/layout/list1"/>
    <dgm:cxn modelId="{B4B1DF80-46E4-4AB1-81FE-023E1DADD647}" type="presParOf" srcId="{78FFA1C7-C5A9-44CC-A394-8BF3F9ED7689}" destId="{88AE9125-A429-472D-B2F9-A3AA674D8FED}" srcOrd="4" destOrd="0" presId="urn:microsoft.com/office/officeart/2005/8/layout/list1"/>
    <dgm:cxn modelId="{5A90FE53-9BEB-4DF0-9BF6-A2773C6E89A4}" type="presParOf" srcId="{88AE9125-A429-472D-B2F9-A3AA674D8FED}" destId="{8016DB21-DD06-4D34-A1A9-58C7C97A223B}" srcOrd="0" destOrd="0" presId="urn:microsoft.com/office/officeart/2005/8/layout/list1"/>
    <dgm:cxn modelId="{BA635365-8912-42DA-8D32-498E082EF43A}" type="presParOf" srcId="{88AE9125-A429-472D-B2F9-A3AA674D8FED}" destId="{79F0FC4D-AFD9-4269-894B-EC5E31BDD5F1}" srcOrd="1" destOrd="0" presId="urn:microsoft.com/office/officeart/2005/8/layout/list1"/>
    <dgm:cxn modelId="{AB1407FD-DE2E-4AE0-B649-BDF01333BDC2}" type="presParOf" srcId="{78FFA1C7-C5A9-44CC-A394-8BF3F9ED7689}" destId="{8B647613-3B40-4604-8324-01862A23E68A}" srcOrd="5" destOrd="0" presId="urn:microsoft.com/office/officeart/2005/8/layout/list1"/>
    <dgm:cxn modelId="{EB6B4B16-BAF3-4CAA-B09D-151403738BA4}" type="presParOf" srcId="{78FFA1C7-C5A9-44CC-A394-8BF3F9ED7689}" destId="{BF845D55-EA76-446A-8B7D-3E264D134ABD}" srcOrd="6" destOrd="0" presId="urn:microsoft.com/office/officeart/2005/8/layout/list1"/>
    <dgm:cxn modelId="{941D390E-25AA-4928-8D94-5B3D057C411F}" type="presParOf" srcId="{78FFA1C7-C5A9-44CC-A394-8BF3F9ED7689}" destId="{F4B03954-30C4-4BB4-A22A-776D341AF056}" srcOrd="7" destOrd="0" presId="urn:microsoft.com/office/officeart/2005/8/layout/list1"/>
    <dgm:cxn modelId="{45D7E2FB-2FC6-4638-92FF-8C050BD2E147}" type="presParOf" srcId="{78FFA1C7-C5A9-44CC-A394-8BF3F9ED7689}" destId="{37752A06-5745-4F77-9833-54131C872438}" srcOrd="8" destOrd="0" presId="urn:microsoft.com/office/officeart/2005/8/layout/list1"/>
    <dgm:cxn modelId="{282DFD96-5B88-4F49-AE28-6944E1ADC5BD}" type="presParOf" srcId="{37752A06-5745-4F77-9833-54131C872438}" destId="{6A6DC82B-68BF-4CAC-BCA2-FEB6AAA3A747}" srcOrd="0" destOrd="0" presId="urn:microsoft.com/office/officeart/2005/8/layout/list1"/>
    <dgm:cxn modelId="{AB4DA5FC-3D63-4161-B4A5-D10B8CE89D53}" type="presParOf" srcId="{37752A06-5745-4F77-9833-54131C872438}" destId="{4C4B9275-D794-4990-8868-653B192FA600}" srcOrd="1" destOrd="0" presId="urn:microsoft.com/office/officeart/2005/8/layout/list1"/>
    <dgm:cxn modelId="{D22E4140-F9A6-45B3-AA72-7E8B2CFCF3C7}" type="presParOf" srcId="{78FFA1C7-C5A9-44CC-A394-8BF3F9ED7689}" destId="{FD35AC7C-247A-4E47-B757-65F3EE7ADA5C}" srcOrd="9" destOrd="0" presId="urn:microsoft.com/office/officeart/2005/8/layout/list1"/>
    <dgm:cxn modelId="{6CBD90DB-19A1-4C05-B07A-C2E0613B6AE9}" type="presParOf" srcId="{78FFA1C7-C5A9-44CC-A394-8BF3F9ED7689}" destId="{46E4E4A8-2AA8-43AD-9E04-74826790F03A}" srcOrd="10" destOrd="0" presId="urn:microsoft.com/office/officeart/2005/8/layout/list1"/>
    <dgm:cxn modelId="{EDAE1542-B2D3-4F19-AFE3-1CB237C65424}" type="presParOf" srcId="{78FFA1C7-C5A9-44CC-A394-8BF3F9ED7689}" destId="{4E513D99-7CE5-447F-907C-B40D6BFA5779}" srcOrd="11" destOrd="0" presId="urn:microsoft.com/office/officeart/2005/8/layout/list1"/>
    <dgm:cxn modelId="{76517B33-AB76-49E7-9AC9-0B69D4B261EF}" type="presParOf" srcId="{78FFA1C7-C5A9-44CC-A394-8BF3F9ED7689}" destId="{9204025A-50EC-43D1-AC82-61E6E63DDE01}" srcOrd="12" destOrd="0" presId="urn:microsoft.com/office/officeart/2005/8/layout/list1"/>
    <dgm:cxn modelId="{B128C88E-0E60-49B4-BCCC-0503ECD8562C}" type="presParOf" srcId="{9204025A-50EC-43D1-AC82-61E6E63DDE01}" destId="{3D6731B4-28EE-4C8D-998D-968E2E85D505}" srcOrd="0" destOrd="0" presId="urn:microsoft.com/office/officeart/2005/8/layout/list1"/>
    <dgm:cxn modelId="{C8825890-9743-4F3C-A7FF-2EAD8A05E786}" type="presParOf" srcId="{9204025A-50EC-43D1-AC82-61E6E63DDE01}" destId="{A3241462-A168-493A-A5C4-EE983848CBC5}" srcOrd="1" destOrd="0" presId="urn:microsoft.com/office/officeart/2005/8/layout/list1"/>
    <dgm:cxn modelId="{9DB41EBA-E1BA-41BC-A311-CC39AABDAE32}" type="presParOf" srcId="{78FFA1C7-C5A9-44CC-A394-8BF3F9ED7689}" destId="{94337C45-6C54-43EA-8F70-A5A635745C12}" srcOrd="13" destOrd="0" presId="urn:microsoft.com/office/officeart/2005/8/layout/list1"/>
    <dgm:cxn modelId="{D36BF5E8-D587-423C-B46D-1F3C26A0C504}" type="presParOf" srcId="{78FFA1C7-C5A9-44CC-A394-8BF3F9ED7689}" destId="{B11F6FF6-A501-4301-8E46-AF35FBCCDE0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5BEE37-9C3F-4012-AADF-43D388BC535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ADCBF4FC-4326-4904-B3A0-1F1262B366F3}">
      <dgm:prSet phldrT="[Текст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uz-Latn-UZ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Screen.width</a:t>
          </a:r>
          <a:endParaRPr lang="ru-RU" sz="1800" b="1" dirty="0">
            <a:solidFill>
              <a:schemeClr val="bg1"/>
            </a:solidFill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1FB4072B-B74D-4F43-A64B-A8422B90E5EE}" type="parTrans" cxnId="{0DF0FDE0-E692-4D60-AF02-CA862EDEEAC9}">
      <dgm:prSet/>
      <dgm:spPr/>
      <dgm:t>
        <a:bodyPr/>
        <a:lstStyle/>
        <a:p>
          <a:endParaRPr lang="ru-RU" sz="1800"/>
        </a:p>
      </dgm:t>
    </dgm:pt>
    <dgm:pt modelId="{8E8D82E2-A3A6-42C5-829F-4CAFE3CA5123}" type="sibTrans" cxnId="{0DF0FDE0-E692-4D60-AF02-CA862EDEEAC9}">
      <dgm:prSet/>
      <dgm:spPr/>
      <dgm:t>
        <a:bodyPr/>
        <a:lstStyle/>
        <a:p>
          <a:endParaRPr lang="ru-RU" sz="1800"/>
        </a:p>
      </dgm:t>
    </dgm:pt>
    <dgm:pt modelId="{11890CCA-2519-4260-8E0F-2578EB70DE70}">
      <dgm:prSet phldrT="[Текст]" custT="1"/>
      <dgm:spPr/>
      <dgm:t>
        <a:bodyPr/>
        <a:lstStyle/>
        <a:p>
          <a:pPr algn="l"/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ташриф буюрувчилар экранининг кенглигини пикселга қайтаради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16D332-031A-4EC0-9C88-3486FBA17A6F}" type="parTrans" cxnId="{634C2E4D-43CA-4CB5-B229-13BD1F03BFA6}">
      <dgm:prSet/>
      <dgm:spPr/>
      <dgm:t>
        <a:bodyPr/>
        <a:lstStyle/>
        <a:p>
          <a:endParaRPr lang="ru-RU" sz="1800"/>
        </a:p>
      </dgm:t>
    </dgm:pt>
    <dgm:pt modelId="{42B5D483-F645-4536-A0FD-FAB8675943B4}" type="sibTrans" cxnId="{634C2E4D-43CA-4CB5-B229-13BD1F03BFA6}">
      <dgm:prSet/>
      <dgm:spPr/>
      <dgm:t>
        <a:bodyPr/>
        <a:lstStyle/>
        <a:p>
          <a:endParaRPr lang="ru-RU" sz="1800"/>
        </a:p>
      </dgm:t>
    </dgm:pt>
    <dgm:pt modelId="{2CFDA04B-20A2-46DE-94AA-7215804540FB}">
      <dgm:prSet phldrT="[Текст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uz-Latn-UZ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Screen.height</a:t>
          </a:r>
          <a:endParaRPr lang="ru-RU" sz="1800" b="1" dirty="0">
            <a:solidFill>
              <a:schemeClr val="bg1"/>
            </a:solidFill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2BD5A113-67A3-4D8F-B3FB-765EB8064F55}" type="parTrans" cxnId="{B8FB13C9-F6CC-49C4-B660-7F1197789C7B}">
      <dgm:prSet/>
      <dgm:spPr/>
      <dgm:t>
        <a:bodyPr/>
        <a:lstStyle/>
        <a:p>
          <a:endParaRPr lang="ru-RU" sz="1800"/>
        </a:p>
      </dgm:t>
    </dgm:pt>
    <dgm:pt modelId="{13F33160-B181-4BF9-99D7-AB50B303E5AE}" type="sibTrans" cxnId="{B8FB13C9-F6CC-49C4-B660-7F1197789C7B}">
      <dgm:prSet/>
      <dgm:spPr/>
      <dgm:t>
        <a:bodyPr/>
        <a:lstStyle/>
        <a:p>
          <a:endParaRPr lang="ru-RU" sz="1800"/>
        </a:p>
      </dgm:t>
    </dgm:pt>
    <dgm:pt modelId="{4998B1CF-F7F7-4992-B3B9-00315FF59984}">
      <dgm:prSet phldrT="[Текст]" custT="1"/>
      <dgm:spPr/>
      <dgm:t>
        <a:bodyPr/>
        <a:lstStyle/>
        <a:p>
          <a:pPr algn="l"/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ташриф буюрувчилар экранининг баландлигини пикселга қайтаради.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23FF24-5D89-4947-8386-40A64F9B2F33}" type="parTrans" cxnId="{104F2112-4ED4-433E-BB0C-A6D6E89658E6}">
      <dgm:prSet/>
      <dgm:spPr/>
      <dgm:t>
        <a:bodyPr/>
        <a:lstStyle/>
        <a:p>
          <a:endParaRPr lang="ru-RU" sz="1800"/>
        </a:p>
      </dgm:t>
    </dgm:pt>
    <dgm:pt modelId="{22E6F37A-DC78-43F4-94B4-4DC66CC86D1C}" type="sibTrans" cxnId="{104F2112-4ED4-433E-BB0C-A6D6E89658E6}">
      <dgm:prSet/>
      <dgm:spPr/>
      <dgm:t>
        <a:bodyPr/>
        <a:lstStyle/>
        <a:p>
          <a:endParaRPr lang="ru-RU" sz="1800"/>
        </a:p>
      </dgm:t>
    </dgm:pt>
    <dgm:pt modelId="{A2F752CC-088F-4066-9BFF-C84AC3C74D2B}">
      <dgm:prSet phldrT="[Текст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uz-Latn-UZ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Screen.availWidth</a:t>
          </a:r>
          <a:endParaRPr lang="ru-RU" sz="1800" b="1" dirty="0">
            <a:solidFill>
              <a:schemeClr val="bg1"/>
            </a:solidFill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F2597E43-5088-47C8-9C1E-C2267DEFFDD7}" type="parTrans" cxnId="{AB2D33A6-117A-4267-AF3A-FB651C6B94E2}">
      <dgm:prSet/>
      <dgm:spPr/>
      <dgm:t>
        <a:bodyPr/>
        <a:lstStyle/>
        <a:p>
          <a:endParaRPr lang="ru-RU" sz="1800"/>
        </a:p>
      </dgm:t>
    </dgm:pt>
    <dgm:pt modelId="{B6B7350B-AE24-4990-A0CB-A46F9060D297}" type="sibTrans" cxnId="{AB2D33A6-117A-4267-AF3A-FB651C6B94E2}">
      <dgm:prSet/>
      <dgm:spPr/>
      <dgm:t>
        <a:bodyPr/>
        <a:lstStyle/>
        <a:p>
          <a:endParaRPr lang="ru-RU" sz="1800"/>
        </a:p>
      </dgm:t>
    </dgm:pt>
    <dgm:pt modelId="{FB1B046B-56AE-4C0D-81CE-FE3060266571}">
      <dgm:prSet phldrT="[Текст]" custT="1"/>
      <dgm:spPr/>
      <dgm:t>
        <a:bodyPr/>
        <a:lstStyle/>
        <a:p>
          <a:pPr algn="l" rtl="0"/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Wиндоwс-нинг вазифалар панелидаги каби интерфейснинг минус пикселларида, ташриф буюрувчилар экранининг кенглигини қайтаради.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1C89AA-747D-4D68-B9AB-012084CAD301}" type="parTrans" cxnId="{58770B48-31CA-4060-8653-97B414ADEF54}">
      <dgm:prSet/>
      <dgm:spPr/>
      <dgm:t>
        <a:bodyPr/>
        <a:lstStyle/>
        <a:p>
          <a:endParaRPr lang="ru-RU" sz="1800"/>
        </a:p>
      </dgm:t>
    </dgm:pt>
    <dgm:pt modelId="{AFBAAB7F-DD04-4C75-B447-F723BD6391EC}" type="sibTrans" cxnId="{58770B48-31CA-4060-8653-97B414ADEF54}">
      <dgm:prSet/>
      <dgm:spPr/>
      <dgm:t>
        <a:bodyPr/>
        <a:lstStyle/>
        <a:p>
          <a:endParaRPr lang="ru-RU" sz="1800"/>
        </a:p>
      </dgm:t>
    </dgm:pt>
    <dgm:pt modelId="{185F2D0C-5D2E-4B59-A0BA-BF9F8FCB4A08}">
      <dgm:prSet phldrT="[Текст]" custT="1"/>
      <dgm:spPr/>
      <dgm:t>
        <a:bodyPr/>
        <a:lstStyle/>
        <a:p>
          <a:pPr algn="l" rtl="0">
            <a:lnSpc>
              <a:spcPct val="100000"/>
            </a:lnSpc>
            <a:spcAft>
              <a:spcPts val="0"/>
            </a:spcAft>
          </a:pPr>
          <a:r>
            <a:rPr lang="uz-Latn-UZ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Screen.availHeight</a:t>
          </a:r>
          <a:endParaRPr lang="ru-RU" sz="1800" b="1" dirty="0">
            <a:solidFill>
              <a:schemeClr val="bg1"/>
            </a:solidFill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B3E6DA9B-125C-42C0-95D1-A7409A63F73A}" type="parTrans" cxnId="{870892FE-9756-43A9-AE96-CFCBB5A39EB7}">
      <dgm:prSet/>
      <dgm:spPr/>
      <dgm:t>
        <a:bodyPr/>
        <a:lstStyle/>
        <a:p>
          <a:endParaRPr lang="ru-RU" sz="1800"/>
        </a:p>
      </dgm:t>
    </dgm:pt>
    <dgm:pt modelId="{F45D9366-8F52-4FF0-B148-13FD4F561300}" type="sibTrans" cxnId="{870892FE-9756-43A9-AE96-CFCBB5A39EB7}">
      <dgm:prSet/>
      <dgm:spPr/>
      <dgm:t>
        <a:bodyPr/>
        <a:lstStyle/>
        <a:p>
          <a:endParaRPr lang="ru-RU" sz="1800"/>
        </a:p>
      </dgm:t>
    </dgm:pt>
    <dgm:pt modelId="{19F7F88B-AACB-48C0-8FE1-5666CA854CB1}">
      <dgm:prSet phldrT="[Текст]" custT="1"/>
      <dgm:spPr/>
      <dgm:t>
        <a:bodyPr/>
        <a:lstStyle/>
        <a:p>
          <a:pPr algn="l" rtl="0"/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Wиндоwс-нинг вазифалар панелидаги каби интерфейснинг минус пикселларида, ташриф буюрувчилар экранининг баландлигини қайтаради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47E69B-99AB-44D1-A00F-28AAC4D5A425}" type="parTrans" cxnId="{88393EBC-8BFE-45EA-A096-537672EBCF42}">
      <dgm:prSet/>
      <dgm:spPr/>
      <dgm:t>
        <a:bodyPr/>
        <a:lstStyle/>
        <a:p>
          <a:endParaRPr lang="ru-RU" sz="1800"/>
        </a:p>
      </dgm:t>
    </dgm:pt>
    <dgm:pt modelId="{97AE5B43-3C26-469C-A082-22DCDE4A71C7}" type="sibTrans" cxnId="{88393EBC-8BFE-45EA-A096-537672EBCF42}">
      <dgm:prSet/>
      <dgm:spPr/>
      <dgm:t>
        <a:bodyPr/>
        <a:lstStyle/>
        <a:p>
          <a:endParaRPr lang="ru-RU" sz="1800"/>
        </a:p>
      </dgm:t>
    </dgm:pt>
    <dgm:pt modelId="{649E8BA8-2CBA-4903-AE3D-68B7DF1B744A}">
      <dgm:prSet phldrT="[Текст]" custT="1"/>
      <dgm:spPr/>
      <dgm:t>
        <a:bodyPr/>
        <a:lstStyle/>
        <a:p>
          <a:pPr algn="l" rtl="0">
            <a:lnSpc>
              <a:spcPct val="100000"/>
            </a:lnSpc>
            <a:spcAft>
              <a:spcPts val="0"/>
            </a:spcAft>
          </a:pPr>
          <a:r>
            <a:rPr lang="uz-Latn-UZ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Screen.pixelDepth</a:t>
          </a:r>
          <a:endParaRPr lang="ru-RU" sz="1800" b="1" dirty="0">
            <a:solidFill>
              <a:schemeClr val="bg1"/>
            </a:solidFill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832F6CC1-4EF8-4130-B873-2EA3A2EA4E64}" type="parTrans" cxnId="{95C70858-D254-498A-9C53-D32C19D85FF8}">
      <dgm:prSet/>
      <dgm:spPr/>
      <dgm:t>
        <a:bodyPr/>
        <a:lstStyle/>
        <a:p>
          <a:endParaRPr lang="ru-RU" sz="1800"/>
        </a:p>
      </dgm:t>
    </dgm:pt>
    <dgm:pt modelId="{B926D845-264E-475A-A86A-E734549706F2}" type="sibTrans" cxnId="{95C70858-D254-498A-9C53-D32C19D85FF8}">
      <dgm:prSet/>
      <dgm:spPr/>
      <dgm:t>
        <a:bodyPr/>
        <a:lstStyle/>
        <a:p>
          <a:endParaRPr lang="ru-RU" sz="1800"/>
        </a:p>
      </dgm:t>
    </dgm:pt>
    <dgm:pt modelId="{60A63D44-67B3-4C4F-852E-E94A21631948}">
      <dgm:prSet phldrT="[Текст]" custT="1"/>
      <dgm:spPr/>
      <dgm:t>
        <a:bodyPr/>
        <a:lstStyle/>
        <a:p>
          <a:pPr algn="l" rtl="0"/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экраннинг пиксел чуқурлигини қайтаради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F20BF0-7C5D-4020-8577-20874345C868}" type="parTrans" cxnId="{9F75D405-987E-423D-9EBB-166F47AFE4A0}">
      <dgm:prSet/>
      <dgm:spPr/>
      <dgm:t>
        <a:bodyPr/>
        <a:lstStyle/>
        <a:p>
          <a:endParaRPr lang="ru-RU" sz="1800"/>
        </a:p>
      </dgm:t>
    </dgm:pt>
    <dgm:pt modelId="{116659A1-78A7-4F48-BC8A-E9FC0683284E}" type="sibTrans" cxnId="{9F75D405-987E-423D-9EBB-166F47AFE4A0}">
      <dgm:prSet/>
      <dgm:spPr/>
      <dgm:t>
        <a:bodyPr/>
        <a:lstStyle/>
        <a:p>
          <a:endParaRPr lang="ru-RU" sz="1800"/>
        </a:p>
      </dgm:t>
    </dgm:pt>
    <dgm:pt modelId="{2C920069-98FB-4611-A181-3FB0A890D2B6}" type="pres">
      <dgm:prSet presAssocID="{395BEE37-9C3F-4012-AADF-43D388BC535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A498CB6-D75D-4F74-865C-79232B75F33D}" type="pres">
      <dgm:prSet presAssocID="{ADCBF4FC-4326-4904-B3A0-1F1262B366F3}" presName="parentLin" presStyleCnt="0"/>
      <dgm:spPr/>
    </dgm:pt>
    <dgm:pt modelId="{B38772E9-7253-4A46-A9E1-2A6A7ED09C54}" type="pres">
      <dgm:prSet presAssocID="{ADCBF4FC-4326-4904-B3A0-1F1262B366F3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F3535C91-589B-43A5-B496-E1E9C53749F4}" type="pres">
      <dgm:prSet presAssocID="{ADCBF4FC-4326-4904-B3A0-1F1262B366F3}" presName="parentText" presStyleLbl="node1" presStyleIdx="0" presStyleCnt="5" custScaleX="109004" custScaleY="15098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8900F8-3806-4A1F-82F0-BBD8ADD4A7E7}" type="pres">
      <dgm:prSet presAssocID="{ADCBF4FC-4326-4904-B3A0-1F1262B366F3}" presName="negativeSpace" presStyleCnt="0"/>
      <dgm:spPr/>
    </dgm:pt>
    <dgm:pt modelId="{AF093D44-2C9A-40E8-86D0-B0F6CBE0F728}" type="pres">
      <dgm:prSet presAssocID="{ADCBF4FC-4326-4904-B3A0-1F1262B366F3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9A4E12-504E-4A62-95A5-F086977A1781}" type="pres">
      <dgm:prSet presAssocID="{8E8D82E2-A3A6-42C5-829F-4CAFE3CA5123}" presName="spaceBetweenRectangles" presStyleCnt="0"/>
      <dgm:spPr/>
    </dgm:pt>
    <dgm:pt modelId="{BAE3D9F1-46B2-4725-B5EF-ED1CC4BEB454}" type="pres">
      <dgm:prSet presAssocID="{2CFDA04B-20A2-46DE-94AA-7215804540FB}" presName="parentLin" presStyleCnt="0"/>
      <dgm:spPr/>
    </dgm:pt>
    <dgm:pt modelId="{D5797AB5-39CE-4175-9268-05AC1CA63C2B}" type="pres">
      <dgm:prSet presAssocID="{2CFDA04B-20A2-46DE-94AA-7215804540FB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E7514DC6-F483-4E49-A133-19A2A56112A0}" type="pres">
      <dgm:prSet presAssocID="{2CFDA04B-20A2-46DE-94AA-7215804540FB}" presName="parentText" presStyleLbl="node1" presStyleIdx="1" presStyleCnt="5" custScaleX="109004" custScaleY="16783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C03A27-4F32-43FA-8897-B9144C0DC630}" type="pres">
      <dgm:prSet presAssocID="{2CFDA04B-20A2-46DE-94AA-7215804540FB}" presName="negativeSpace" presStyleCnt="0"/>
      <dgm:spPr/>
    </dgm:pt>
    <dgm:pt modelId="{54C2ECDF-9315-475B-B64E-B7CF664F0E21}" type="pres">
      <dgm:prSet presAssocID="{2CFDA04B-20A2-46DE-94AA-7215804540FB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DF9089-B4F9-4D4F-910B-EA94EF3587EF}" type="pres">
      <dgm:prSet presAssocID="{13F33160-B181-4BF9-99D7-AB50B303E5AE}" presName="spaceBetweenRectangles" presStyleCnt="0"/>
      <dgm:spPr/>
    </dgm:pt>
    <dgm:pt modelId="{75FBBF49-0303-43E9-99E5-8E5FE89529C7}" type="pres">
      <dgm:prSet presAssocID="{A2F752CC-088F-4066-9BFF-C84AC3C74D2B}" presName="parentLin" presStyleCnt="0"/>
      <dgm:spPr/>
    </dgm:pt>
    <dgm:pt modelId="{C666C5F1-77DD-4295-961F-3312E1E0B68E}" type="pres">
      <dgm:prSet presAssocID="{A2F752CC-088F-4066-9BFF-C84AC3C74D2B}" presName="parentLeftMargin" presStyleLbl="node1" presStyleIdx="1" presStyleCnt="5"/>
      <dgm:spPr/>
      <dgm:t>
        <a:bodyPr/>
        <a:lstStyle/>
        <a:p>
          <a:endParaRPr lang="ru-RU"/>
        </a:p>
      </dgm:t>
    </dgm:pt>
    <dgm:pt modelId="{0E2C3263-69E4-4CA7-89F2-6F70D4F07885}" type="pres">
      <dgm:prSet presAssocID="{A2F752CC-088F-4066-9BFF-C84AC3C74D2B}" presName="parentText" presStyleLbl="node1" presStyleIdx="2" presStyleCnt="5" custScaleX="109004" custScaleY="14994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928976-FA1D-4A4F-9A48-9545030A511E}" type="pres">
      <dgm:prSet presAssocID="{A2F752CC-088F-4066-9BFF-C84AC3C74D2B}" presName="negativeSpace" presStyleCnt="0"/>
      <dgm:spPr/>
    </dgm:pt>
    <dgm:pt modelId="{8CFFADDE-08F1-476D-923D-FDFD3832555E}" type="pres">
      <dgm:prSet presAssocID="{A2F752CC-088F-4066-9BFF-C84AC3C74D2B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C6FDCF-0208-4104-8671-0BFED492133F}" type="pres">
      <dgm:prSet presAssocID="{B6B7350B-AE24-4990-A0CB-A46F9060D297}" presName="spaceBetweenRectangles" presStyleCnt="0"/>
      <dgm:spPr/>
    </dgm:pt>
    <dgm:pt modelId="{04AFC418-8C00-4F8C-B300-332B8C4A0524}" type="pres">
      <dgm:prSet presAssocID="{185F2D0C-5D2E-4B59-A0BA-BF9F8FCB4A08}" presName="parentLin" presStyleCnt="0"/>
      <dgm:spPr/>
    </dgm:pt>
    <dgm:pt modelId="{719CD37D-02A0-410C-8868-74994713F98F}" type="pres">
      <dgm:prSet presAssocID="{185F2D0C-5D2E-4B59-A0BA-BF9F8FCB4A08}" presName="parentLeftMargin" presStyleLbl="node1" presStyleIdx="2" presStyleCnt="5"/>
      <dgm:spPr/>
      <dgm:t>
        <a:bodyPr/>
        <a:lstStyle/>
        <a:p>
          <a:endParaRPr lang="ru-RU"/>
        </a:p>
      </dgm:t>
    </dgm:pt>
    <dgm:pt modelId="{B0EB3C13-E3D9-43B6-8792-AE1D2CC9852D}" type="pres">
      <dgm:prSet presAssocID="{185F2D0C-5D2E-4B59-A0BA-BF9F8FCB4A08}" presName="parentText" presStyleLbl="node1" presStyleIdx="3" presStyleCnt="5" custScaleX="109604" custScaleY="21625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2775FF-D8B4-4743-8A07-486B29E4D903}" type="pres">
      <dgm:prSet presAssocID="{185F2D0C-5D2E-4B59-A0BA-BF9F8FCB4A08}" presName="negativeSpace" presStyleCnt="0"/>
      <dgm:spPr/>
    </dgm:pt>
    <dgm:pt modelId="{D4772B0F-C400-4938-B139-E69880D3826C}" type="pres">
      <dgm:prSet presAssocID="{185F2D0C-5D2E-4B59-A0BA-BF9F8FCB4A08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51EDFD-EB97-411F-9455-5E41CE370787}" type="pres">
      <dgm:prSet presAssocID="{F45D9366-8F52-4FF0-B148-13FD4F561300}" presName="spaceBetweenRectangles" presStyleCnt="0"/>
      <dgm:spPr/>
    </dgm:pt>
    <dgm:pt modelId="{59BF0863-BB26-457B-985A-9BD5E7CBAFBF}" type="pres">
      <dgm:prSet presAssocID="{649E8BA8-2CBA-4903-AE3D-68B7DF1B744A}" presName="parentLin" presStyleCnt="0"/>
      <dgm:spPr/>
    </dgm:pt>
    <dgm:pt modelId="{E91608CF-A468-4285-A81D-3F8BDCEA7C3C}" type="pres">
      <dgm:prSet presAssocID="{649E8BA8-2CBA-4903-AE3D-68B7DF1B744A}" presName="parentLeftMargin" presStyleLbl="node1" presStyleIdx="3" presStyleCnt="5"/>
      <dgm:spPr/>
      <dgm:t>
        <a:bodyPr/>
        <a:lstStyle/>
        <a:p>
          <a:endParaRPr lang="ru-RU"/>
        </a:p>
      </dgm:t>
    </dgm:pt>
    <dgm:pt modelId="{828B9D3D-5529-4AB5-8A71-BACAAF44ABA7}" type="pres">
      <dgm:prSet presAssocID="{649E8BA8-2CBA-4903-AE3D-68B7DF1B744A}" presName="parentText" presStyleLbl="node1" presStyleIdx="4" presStyleCnt="5" custScaleX="109603" custScaleY="12684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21936B-4E9C-4E0D-A3CA-D7446BA74446}" type="pres">
      <dgm:prSet presAssocID="{649E8BA8-2CBA-4903-AE3D-68B7DF1B744A}" presName="negativeSpace" presStyleCnt="0"/>
      <dgm:spPr/>
    </dgm:pt>
    <dgm:pt modelId="{D231BF53-03BD-4276-AE47-0890ACDE7BCB}" type="pres">
      <dgm:prSet presAssocID="{649E8BA8-2CBA-4903-AE3D-68B7DF1B744A}" presName="childText" presStyleLbl="conFgAcc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DF0FDE0-E692-4D60-AF02-CA862EDEEAC9}" srcId="{395BEE37-9C3F-4012-AADF-43D388BC5358}" destId="{ADCBF4FC-4326-4904-B3A0-1F1262B366F3}" srcOrd="0" destOrd="0" parTransId="{1FB4072B-B74D-4F43-A64B-A8422B90E5EE}" sibTransId="{8E8D82E2-A3A6-42C5-829F-4CAFE3CA5123}"/>
    <dgm:cxn modelId="{7DABC1C6-C5B7-48B4-A116-7927ED5A2E17}" type="presOf" srcId="{ADCBF4FC-4326-4904-B3A0-1F1262B366F3}" destId="{B38772E9-7253-4A46-A9E1-2A6A7ED09C54}" srcOrd="0" destOrd="0" presId="urn:microsoft.com/office/officeart/2005/8/layout/list1"/>
    <dgm:cxn modelId="{65461F92-EE13-4159-8C96-489A2E18425D}" type="presOf" srcId="{395BEE37-9C3F-4012-AADF-43D388BC5358}" destId="{2C920069-98FB-4611-A181-3FB0A890D2B6}" srcOrd="0" destOrd="0" presId="urn:microsoft.com/office/officeart/2005/8/layout/list1"/>
    <dgm:cxn modelId="{262F9E14-DF91-49BC-BFBD-8F563777C49F}" type="presOf" srcId="{A2F752CC-088F-4066-9BFF-C84AC3C74D2B}" destId="{0E2C3263-69E4-4CA7-89F2-6F70D4F07885}" srcOrd="1" destOrd="0" presId="urn:microsoft.com/office/officeart/2005/8/layout/list1"/>
    <dgm:cxn modelId="{104F2112-4ED4-433E-BB0C-A6D6E89658E6}" srcId="{2CFDA04B-20A2-46DE-94AA-7215804540FB}" destId="{4998B1CF-F7F7-4992-B3B9-00315FF59984}" srcOrd="0" destOrd="0" parTransId="{F423FF24-5D89-4947-8386-40A64F9B2F33}" sibTransId="{22E6F37A-DC78-43F4-94B4-4DC66CC86D1C}"/>
    <dgm:cxn modelId="{461F7372-8EB1-414E-A5D1-E158B3919FE5}" type="presOf" srcId="{ADCBF4FC-4326-4904-B3A0-1F1262B366F3}" destId="{F3535C91-589B-43A5-B496-E1E9C53749F4}" srcOrd="1" destOrd="0" presId="urn:microsoft.com/office/officeart/2005/8/layout/list1"/>
    <dgm:cxn modelId="{13F4FFC5-58D6-4EF8-8248-039E706CFDA7}" type="presOf" srcId="{185F2D0C-5D2E-4B59-A0BA-BF9F8FCB4A08}" destId="{B0EB3C13-E3D9-43B6-8792-AE1D2CC9852D}" srcOrd="1" destOrd="0" presId="urn:microsoft.com/office/officeart/2005/8/layout/list1"/>
    <dgm:cxn modelId="{B8FB13C9-F6CC-49C4-B660-7F1197789C7B}" srcId="{395BEE37-9C3F-4012-AADF-43D388BC5358}" destId="{2CFDA04B-20A2-46DE-94AA-7215804540FB}" srcOrd="1" destOrd="0" parTransId="{2BD5A113-67A3-4D8F-B3FB-765EB8064F55}" sibTransId="{13F33160-B181-4BF9-99D7-AB50B303E5AE}"/>
    <dgm:cxn modelId="{1AB1E874-6A5B-4C65-86FE-49E674EE6ACE}" type="presOf" srcId="{A2F752CC-088F-4066-9BFF-C84AC3C74D2B}" destId="{C666C5F1-77DD-4295-961F-3312E1E0B68E}" srcOrd="0" destOrd="0" presId="urn:microsoft.com/office/officeart/2005/8/layout/list1"/>
    <dgm:cxn modelId="{6ED0E34A-C0F2-4585-9042-050371EA15A1}" type="presOf" srcId="{2CFDA04B-20A2-46DE-94AA-7215804540FB}" destId="{E7514DC6-F483-4E49-A133-19A2A56112A0}" srcOrd="1" destOrd="0" presId="urn:microsoft.com/office/officeart/2005/8/layout/list1"/>
    <dgm:cxn modelId="{9F75D405-987E-423D-9EBB-166F47AFE4A0}" srcId="{649E8BA8-2CBA-4903-AE3D-68B7DF1B744A}" destId="{60A63D44-67B3-4C4F-852E-E94A21631948}" srcOrd="0" destOrd="0" parTransId="{4DF20BF0-7C5D-4020-8577-20874345C868}" sibTransId="{116659A1-78A7-4F48-BC8A-E9FC0683284E}"/>
    <dgm:cxn modelId="{2BD7EF60-1B89-4AD1-A0B0-5A43A6365EBE}" type="presOf" srcId="{19F7F88B-AACB-48C0-8FE1-5666CA854CB1}" destId="{D4772B0F-C400-4938-B139-E69880D3826C}" srcOrd="0" destOrd="0" presId="urn:microsoft.com/office/officeart/2005/8/layout/list1"/>
    <dgm:cxn modelId="{6460EB55-E660-4BD2-9E80-9E5CEE6C8712}" type="presOf" srcId="{649E8BA8-2CBA-4903-AE3D-68B7DF1B744A}" destId="{E91608CF-A468-4285-A81D-3F8BDCEA7C3C}" srcOrd="0" destOrd="0" presId="urn:microsoft.com/office/officeart/2005/8/layout/list1"/>
    <dgm:cxn modelId="{88393EBC-8BFE-45EA-A096-537672EBCF42}" srcId="{185F2D0C-5D2E-4B59-A0BA-BF9F8FCB4A08}" destId="{19F7F88B-AACB-48C0-8FE1-5666CA854CB1}" srcOrd="0" destOrd="0" parTransId="{FF47E69B-99AB-44D1-A00F-28AAC4D5A425}" sibTransId="{97AE5B43-3C26-469C-A082-22DCDE4A71C7}"/>
    <dgm:cxn modelId="{AB2D33A6-117A-4267-AF3A-FB651C6B94E2}" srcId="{395BEE37-9C3F-4012-AADF-43D388BC5358}" destId="{A2F752CC-088F-4066-9BFF-C84AC3C74D2B}" srcOrd="2" destOrd="0" parTransId="{F2597E43-5088-47C8-9C1E-C2267DEFFDD7}" sibTransId="{B6B7350B-AE24-4990-A0CB-A46F9060D297}"/>
    <dgm:cxn modelId="{6254AFFA-5DBD-4F0F-8FEB-5191F17FEC08}" type="presOf" srcId="{2CFDA04B-20A2-46DE-94AA-7215804540FB}" destId="{D5797AB5-39CE-4175-9268-05AC1CA63C2B}" srcOrd="0" destOrd="0" presId="urn:microsoft.com/office/officeart/2005/8/layout/list1"/>
    <dgm:cxn modelId="{D371144B-8311-4943-9C47-6B7E6124BAEB}" type="presOf" srcId="{11890CCA-2519-4260-8E0F-2578EB70DE70}" destId="{AF093D44-2C9A-40E8-86D0-B0F6CBE0F728}" srcOrd="0" destOrd="0" presId="urn:microsoft.com/office/officeart/2005/8/layout/list1"/>
    <dgm:cxn modelId="{58770B48-31CA-4060-8653-97B414ADEF54}" srcId="{A2F752CC-088F-4066-9BFF-C84AC3C74D2B}" destId="{FB1B046B-56AE-4C0D-81CE-FE3060266571}" srcOrd="0" destOrd="0" parTransId="{431C89AA-747D-4D68-B9AB-012084CAD301}" sibTransId="{AFBAAB7F-DD04-4C75-B447-F723BD6391EC}"/>
    <dgm:cxn modelId="{F0FA5611-B48A-403B-A8C6-B1ECECFF79A5}" type="presOf" srcId="{FB1B046B-56AE-4C0D-81CE-FE3060266571}" destId="{8CFFADDE-08F1-476D-923D-FDFD3832555E}" srcOrd="0" destOrd="0" presId="urn:microsoft.com/office/officeart/2005/8/layout/list1"/>
    <dgm:cxn modelId="{634C2E4D-43CA-4CB5-B229-13BD1F03BFA6}" srcId="{ADCBF4FC-4326-4904-B3A0-1F1262B366F3}" destId="{11890CCA-2519-4260-8E0F-2578EB70DE70}" srcOrd="0" destOrd="0" parTransId="{FE16D332-031A-4EC0-9C88-3486FBA17A6F}" sibTransId="{42B5D483-F645-4536-A0FD-FAB8675943B4}"/>
    <dgm:cxn modelId="{D8FFAA98-B54A-4556-9CA2-DFADBB129AB3}" type="presOf" srcId="{649E8BA8-2CBA-4903-AE3D-68B7DF1B744A}" destId="{828B9D3D-5529-4AB5-8A71-BACAAF44ABA7}" srcOrd="1" destOrd="0" presId="urn:microsoft.com/office/officeart/2005/8/layout/list1"/>
    <dgm:cxn modelId="{870892FE-9756-43A9-AE96-CFCBB5A39EB7}" srcId="{395BEE37-9C3F-4012-AADF-43D388BC5358}" destId="{185F2D0C-5D2E-4B59-A0BA-BF9F8FCB4A08}" srcOrd="3" destOrd="0" parTransId="{B3E6DA9B-125C-42C0-95D1-A7409A63F73A}" sibTransId="{F45D9366-8F52-4FF0-B148-13FD4F561300}"/>
    <dgm:cxn modelId="{8E7C1A62-09FC-407F-A530-4DCA4A1091B2}" type="presOf" srcId="{185F2D0C-5D2E-4B59-A0BA-BF9F8FCB4A08}" destId="{719CD37D-02A0-410C-8868-74994713F98F}" srcOrd="0" destOrd="0" presId="urn:microsoft.com/office/officeart/2005/8/layout/list1"/>
    <dgm:cxn modelId="{995F8461-C163-4F75-B8FD-045F42817C8A}" type="presOf" srcId="{60A63D44-67B3-4C4F-852E-E94A21631948}" destId="{D231BF53-03BD-4276-AE47-0890ACDE7BCB}" srcOrd="0" destOrd="0" presId="urn:microsoft.com/office/officeart/2005/8/layout/list1"/>
    <dgm:cxn modelId="{E0955169-E562-47DF-8801-1277FEAAEEEC}" type="presOf" srcId="{4998B1CF-F7F7-4992-B3B9-00315FF59984}" destId="{54C2ECDF-9315-475B-B64E-B7CF664F0E21}" srcOrd="0" destOrd="0" presId="urn:microsoft.com/office/officeart/2005/8/layout/list1"/>
    <dgm:cxn modelId="{95C70858-D254-498A-9C53-D32C19D85FF8}" srcId="{395BEE37-9C3F-4012-AADF-43D388BC5358}" destId="{649E8BA8-2CBA-4903-AE3D-68B7DF1B744A}" srcOrd="4" destOrd="0" parTransId="{832F6CC1-4EF8-4130-B873-2EA3A2EA4E64}" sibTransId="{B926D845-264E-475A-A86A-E734549706F2}"/>
    <dgm:cxn modelId="{6E12DE01-F909-4257-9FF4-1FCDE9C20054}" type="presParOf" srcId="{2C920069-98FB-4611-A181-3FB0A890D2B6}" destId="{5A498CB6-D75D-4F74-865C-79232B75F33D}" srcOrd="0" destOrd="0" presId="urn:microsoft.com/office/officeart/2005/8/layout/list1"/>
    <dgm:cxn modelId="{4BE231EE-BEE7-4799-9A22-6BACE51E2D66}" type="presParOf" srcId="{5A498CB6-D75D-4F74-865C-79232B75F33D}" destId="{B38772E9-7253-4A46-A9E1-2A6A7ED09C54}" srcOrd="0" destOrd="0" presId="urn:microsoft.com/office/officeart/2005/8/layout/list1"/>
    <dgm:cxn modelId="{2A5093BD-E8AF-48AF-9BF0-11296F4AD61D}" type="presParOf" srcId="{5A498CB6-D75D-4F74-865C-79232B75F33D}" destId="{F3535C91-589B-43A5-B496-E1E9C53749F4}" srcOrd="1" destOrd="0" presId="urn:microsoft.com/office/officeart/2005/8/layout/list1"/>
    <dgm:cxn modelId="{3A067C82-8E3E-491B-8CCF-9694F83A3F5D}" type="presParOf" srcId="{2C920069-98FB-4611-A181-3FB0A890D2B6}" destId="{9E8900F8-3806-4A1F-82F0-BBD8ADD4A7E7}" srcOrd="1" destOrd="0" presId="urn:microsoft.com/office/officeart/2005/8/layout/list1"/>
    <dgm:cxn modelId="{FADA9964-7F8C-44CB-A8E9-20C04CB8D668}" type="presParOf" srcId="{2C920069-98FB-4611-A181-3FB0A890D2B6}" destId="{AF093D44-2C9A-40E8-86D0-B0F6CBE0F728}" srcOrd="2" destOrd="0" presId="urn:microsoft.com/office/officeart/2005/8/layout/list1"/>
    <dgm:cxn modelId="{E4E794BE-D819-4BE9-ABFC-2AE7E0C27106}" type="presParOf" srcId="{2C920069-98FB-4611-A181-3FB0A890D2B6}" destId="{BA9A4E12-504E-4A62-95A5-F086977A1781}" srcOrd="3" destOrd="0" presId="urn:microsoft.com/office/officeart/2005/8/layout/list1"/>
    <dgm:cxn modelId="{CF18F169-38CB-4273-AAA4-E1D58E5D6A07}" type="presParOf" srcId="{2C920069-98FB-4611-A181-3FB0A890D2B6}" destId="{BAE3D9F1-46B2-4725-B5EF-ED1CC4BEB454}" srcOrd="4" destOrd="0" presId="urn:microsoft.com/office/officeart/2005/8/layout/list1"/>
    <dgm:cxn modelId="{8C58038E-5A72-4019-847D-1EDB7EE536FC}" type="presParOf" srcId="{BAE3D9F1-46B2-4725-B5EF-ED1CC4BEB454}" destId="{D5797AB5-39CE-4175-9268-05AC1CA63C2B}" srcOrd="0" destOrd="0" presId="urn:microsoft.com/office/officeart/2005/8/layout/list1"/>
    <dgm:cxn modelId="{1820F044-2DAA-4837-BC36-BE43A31AC941}" type="presParOf" srcId="{BAE3D9F1-46B2-4725-B5EF-ED1CC4BEB454}" destId="{E7514DC6-F483-4E49-A133-19A2A56112A0}" srcOrd="1" destOrd="0" presId="urn:microsoft.com/office/officeart/2005/8/layout/list1"/>
    <dgm:cxn modelId="{CDA5984D-7480-4785-8742-B960F5C58DD1}" type="presParOf" srcId="{2C920069-98FB-4611-A181-3FB0A890D2B6}" destId="{1BC03A27-4F32-43FA-8897-B9144C0DC630}" srcOrd="5" destOrd="0" presId="urn:microsoft.com/office/officeart/2005/8/layout/list1"/>
    <dgm:cxn modelId="{E04F2B81-E926-4D88-BC1E-1FD9252728E7}" type="presParOf" srcId="{2C920069-98FB-4611-A181-3FB0A890D2B6}" destId="{54C2ECDF-9315-475B-B64E-B7CF664F0E21}" srcOrd="6" destOrd="0" presId="urn:microsoft.com/office/officeart/2005/8/layout/list1"/>
    <dgm:cxn modelId="{051543AC-986D-4259-9BFE-C633EC8DC00D}" type="presParOf" srcId="{2C920069-98FB-4611-A181-3FB0A890D2B6}" destId="{2DDF9089-B4F9-4D4F-910B-EA94EF3587EF}" srcOrd="7" destOrd="0" presId="urn:microsoft.com/office/officeart/2005/8/layout/list1"/>
    <dgm:cxn modelId="{1D2540DC-EF8A-4909-A554-53C9013ECEFA}" type="presParOf" srcId="{2C920069-98FB-4611-A181-3FB0A890D2B6}" destId="{75FBBF49-0303-43E9-99E5-8E5FE89529C7}" srcOrd="8" destOrd="0" presId="urn:microsoft.com/office/officeart/2005/8/layout/list1"/>
    <dgm:cxn modelId="{15CEF537-39F9-463A-BE94-75E57DBF9C98}" type="presParOf" srcId="{75FBBF49-0303-43E9-99E5-8E5FE89529C7}" destId="{C666C5F1-77DD-4295-961F-3312E1E0B68E}" srcOrd="0" destOrd="0" presId="urn:microsoft.com/office/officeart/2005/8/layout/list1"/>
    <dgm:cxn modelId="{671E1E0C-0CE6-420F-9681-87352DD5404F}" type="presParOf" srcId="{75FBBF49-0303-43E9-99E5-8E5FE89529C7}" destId="{0E2C3263-69E4-4CA7-89F2-6F70D4F07885}" srcOrd="1" destOrd="0" presId="urn:microsoft.com/office/officeart/2005/8/layout/list1"/>
    <dgm:cxn modelId="{7B382354-0BF5-470D-B8D2-BA3A2F5F6E77}" type="presParOf" srcId="{2C920069-98FB-4611-A181-3FB0A890D2B6}" destId="{FE928976-FA1D-4A4F-9A48-9545030A511E}" srcOrd="9" destOrd="0" presId="urn:microsoft.com/office/officeart/2005/8/layout/list1"/>
    <dgm:cxn modelId="{56AEABF0-E9C1-4FCD-A9B1-5F4704CA5766}" type="presParOf" srcId="{2C920069-98FB-4611-A181-3FB0A890D2B6}" destId="{8CFFADDE-08F1-476D-923D-FDFD3832555E}" srcOrd="10" destOrd="0" presId="urn:microsoft.com/office/officeart/2005/8/layout/list1"/>
    <dgm:cxn modelId="{5D057D75-3114-46FD-AD16-2317F0CDCD52}" type="presParOf" srcId="{2C920069-98FB-4611-A181-3FB0A890D2B6}" destId="{83C6FDCF-0208-4104-8671-0BFED492133F}" srcOrd="11" destOrd="0" presId="urn:microsoft.com/office/officeart/2005/8/layout/list1"/>
    <dgm:cxn modelId="{7B80DADA-789F-4335-8A1E-D1D35204A48D}" type="presParOf" srcId="{2C920069-98FB-4611-A181-3FB0A890D2B6}" destId="{04AFC418-8C00-4F8C-B300-332B8C4A0524}" srcOrd="12" destOrd="0" presId="urn:microsoft.com/office/officeart/2005/8/layout/list1"/>
    <dgm:cxn modelId="{54719141-3E96-432B-9693-D4CF6F1D85DE}" type="presParOf" srcId="{04AFC418-8C00-4F8C-B300-332B8C4A0524}" destId="{719CD37D-02A0-410C-8868-74994713F98F}" srcOrd="0" destOrd="0" presId="urn:microsoft.com/office/officeart/2005/8/layout/list1"/>
    <dgm:cxn modelId="{53AC6802-D0AD-4D60-B1DC-0D577CBE1CF1}" type="presParOf" srcId="{04AFC418-8C00-4F8C-B300-332B8C4A0524}" destId="{B0EB3C13-E3D9-43B6-8792-AE1D2CC9852D}" srcOrd="1" destOrd="0" presId="urn:microsoft.com/office/officeart/2005/8/layout/list1"/>
    <dgm:cxn modelId="{FF638C26-18D0-42D6-A557-8B79D7E2A055}" type="presParOf" srcId="{2C920069-98FB-4611-A181-3FB0A890D2B6}" destId="{792775FF-D8B4-4743-8A07-486B29E4D903}" srcOrd="13" destOrd="0" presId="urn:microsoft.com/office/officeart/2005/8/layout/list1"/>
    <dgm:cxn modelId="{89E4620D-4C0A-4818-A83E-14C2D2F3D3DB}" type="presParOf" srcId="{2C920069-98FB-4611-A181-3FB0A890D2B6}" destId="{D4772B0F-C400-4938-B139-E69880D3826C}" srcOrd="14" destOrd="0" presId="urn:microsoft.com/office/officeart/2005/8/layout/list1"/>
    <dgm:cxn modelId="{D9A54CD1-A5DB-4728-9E9A-B4C185D8DD6B}" type="presParOf" srcId="{2C920069-98FB-4611-A181-3FB0A890D2B6}" destId="{0851EDFD-EB97-411F-9455-5E41CE370787}" srcOrd="15" destOrd="0" presId="urn:microsoft.com/office/officeart/2005/8/layout/list1"/>
    <dgm:cxn modelId="{5702C9E8-672E-4B3E-B0BE-EC8DFC73D02F}" type="presParOf" srcId="{2C920069-98FB-4611-A181-3FB0A890D2B6}" destId="{59BF0863-BB26-457B-985A-9BD5E7CBAFBF}" srcOrd="16" destOrd="0" presId="urn:microsoft.com/office/officeart/2005/8/layout/list1"/>
    <dgm:cxn modelId="{DD6D1F2C-0D2A-441A-BC6C-6E6D5CD07991}" type="presParOf" srcId="{59BF0863-BB26-457B-985A-9BD5E7CBAFBF}" destId="{E91608CF-A468-4285-A81D-3F8BDCEA7C3C}" srcOrd="0" destOrd="0" presId="urn:microsoft.com/office/officeart/2005/8/layout/list1"/>
    <dgm:cxn modelId="{7FD93336-72F8-4AB2-8500-D8DB8C650FF1}" type="presParOf" srcId="{59BF0863-BB26-457B-985A-9BD5E7CBAFBF}" destId="{828B9D3D-5529-4AB5-8A71-BACAAF44ABA7}" srcOrd="1" destOrd="0" presId="urn:microsoft.com/office/officeart/2005/8/layout/list1"/>
    <dgm:cxn modelId="{B20FB6E1-B288-4851-973B-4880765DAF36}" type="presParOf" srcId="{2C920069-98FB-4611-A181-3FB0A890D2B6}" destId="{EA21936B-4E9C-4E0D-A3CA-D7446BA74446}" srcOrd="17" destOrd="0" presId="urn:microsoft.com/office/officeart/2005/8/layout/list1"/>
    <dgm:cxn modelId="{25491DA4-C90D-492A-8488-7A35CF49D725}" type="presParOf" srcId="{2C920069-98FB-4611-A181-3FB0A890D2B6}" destId="{D231BF53-03BD-4276-AE47-0890ACDE7BC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D1F99D-697B-40FD-9FB7-3B77E5B44643}" type="doc">
      <dgm:prSet loTypeId="urn:microsoft.com/office/officeart/2005/8/layout/chevron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792B62A4-F715-4253-97AF-D185B2D77DEA}">
      <dgm:prSet phldrT="[Текст]" custT="1"/>
      <dgm:spPr/>
      <dgm:t>
        <a:bodyPr/>
        <a:lstStyle/>
        <a:p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AE9780-ED12-40A2-BA45-03AEFCFEE2D5}" type="parTrans" cxnId="{5C9D862A-D49F-43BC-ABFC-CFB242B52B3A}">
      <dgm:prSet/>
      <dgm:spPr/>
      <dgm:t>
        <a:bodyPr/>
        <a:lstStyle/>
        <a:p>
          <a:endParaRPr lang="ru-RU"/>
        </a:p>
      </dgm:t>
    </dgm:pt>
    <dgm:pt modelId="{EB72ADF4-9B28-41D5-8856-775BAC031730}" type="sibTrans" cxnId="{5C9D862A-D49F-43BC-ABFC-CFB242B52B3A}">
      <dgm:prSet/>
      <dgm:spPr/>
      <dgm:t>
        <a:bodyPr/>
        <a:lstStyle/>
        <a:p>
          <a:endParaRPr lang="ru-RU"/>
        </a:p>
      </dgm:t>
    </dgm:pt>
    <dgm:pt modelId="{974C4B07-0B7A-4481-9B36-8B2B75079D1C}">
      <dgm:prSet phldrT="[Текст]" custT="1"/>
      <dgm:spPr/>
      <dgm:t>
        <a:bodyPr/>
        <a:lstStyle/>
        <a:p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window.location.href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- </a:t>
          </a:r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жорий саҳифанинг href (URL) манзилини қайтаради</a:t>
          </a:r>
          <a:r>
            <a:rPr lang="uz-Cyrl-UZ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5BA77B-5F68-446F-8492-EB08F4765097}" type="parTrans" cxnId="{8683056C-6FF0-4F10-BC08-616BD197F127}">
      <dgm:prSet/>
      <dgm:spPr/>
      <dgm:t>
        <a:bodyPr/>
        <a:lstStyle/>
        <a:p>
          <a:endParaRPr lang="ru-RU"/>
        </a:p>
      </dgm:t>
    </dgm:pt>
    <dgm:pt modelId="{720199CC-3BE7-4917-8F2E-C19A41216098}" type="sibTrans" cxnId="{8683056C-6FF0-4F10-BC08-616BD197F127}">
      <dgm:prSet/>
      <dgm:spPr/>
      <dgm:t>
        <a:bodyPr/>
        <a:lstStyle/>
        <a:p>
          <a:endParaRPr lang="ru-RU"/>
        </a:p>
      </dgm:t>
    </dgm:pt>
    <dgm:pt modelId="{1A8827CF-D485-4210-9C9B-7548CEEADCD8}">
      <dgm:prSet phldrT="[Текст]" custT="1"/>
      <dgm:spPr/>
      <dgm:t>
        <a:bodyPr/>
        <a:lstStyle/>
        <a:p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40FDD5-2DA6-4841-8F83-FEF9F2C77DDC}" type="parTrans" cxnId="{9E95C653-69D1-4940-9D63-951268761E4A}">
      <dgm:prSet/>
      <dgm:spPr/>
      <dgm:t>
        <a:bodyPr/>
        <a:lstStyle/>
        <a:p>
          <a:endParaRPr lang="ru-RU"/>
        </a:p>
      </dgm:t>
    </dgm:pt>
    <dgm:pt modelId="{5A3366C6-BD2F-49F5-B6B3-5FB8ADC241A5}" type="sibTrans" cxnId="{9E95C653-69D1-4940-9D63-951268761E4A}">
      <dgm:prSet/>
      <dgm:spPr/>
      <dgm:t>
        <a:bodyPr/>
        <a:lstStyle/>
        <a:p>
          <a:endParaRPr lang="ru-RU"/>
        </a:p>
      </dgm:t>
    </dgm:pt>
    <dgm:pt modelId="{B49B259A-ECD3-4A23-B748-3CDD5DEBE0DC}">
      <dgm:prSet phldrT="[Текст]" custT="1"/>
      <dgm:spPr/>
      <dgm:t>
        <a:bodyPr/>
        <a:lstStyle/>
        <a:p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windows.location.hostname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-</a:t>
          </a:r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 веб-хостнинг домен номини қайтаради</a:t>
          </a:r>
          <a:r>
            <a:rPr lang="uz-Cyrl-UZ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FB6C1D-0DC3-4D22-BCED-B57AB6A8973F}" type="parTrans" cxnId="{7609D2AA-CE80-4A53-8BCF-08B1149C1BDA}">
      <dgm:prSet/>
      <dgm:spPr/>
      <dgm:t>
        <a:bodyPr/>
        <a:lstStyle/>
        <a:p>
          <a:endParaRPr lang="ru-RU"/>
        </a:p>
      </dgm:t>
    </dgm:pt>
    <dgm:pt modelId="{325EA275-BD6C-4A7E-B849-D458E3BB3EA1}" type="sibTrans" cxnId="{7609D2AA-CE80-4A53-8BCF-08B1149C1BDA}">
      <dgm:prSet/>
      <dgm:spPr/>
      <dgm:t>
        <a:bodyPr/>
        <a:lstStyle/>
        <a:p>
          <a:endParaRPr lang="ru-RU"/>
        </a:p>
      </dgm:t>
    </dgm:pt>
    <dgm:pt modelId="{A33FAA65-5E72-4FAD-96DE-0FFF55AD31CD}">
      <dgm:prSet phldrT="[Текст]" custT="1"/>
      <dgm:spPr/>
      <dgm:t>
        <a:bodyPr/>
        <a:lstStyle/>
        <a:p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5C4989-1BFE-4277-9282-62F44795AB8B}" type="parTrans" cxnId="{7D9BAFDB-0131-4ACA-8A16-BA9C0DAF147A}">
      <dgm:prSet/>
      <dgm:spPr/>
      <dgm:t>
        <a:bodyPr/>
        <a:lstStyle/>
        <a:p>
          <a:endParaRPr lang="ru-RU"/>
        </a:p>
      </dgm:t>
    </dgm:pt>
    <dgm:pt modelId="{93265875-065C-4C39-A09C-B9BFC4694095}" type="sibTrans" cxnId="{7D9BAFDB-0131-4ACA-8A16-BA9C0DAF147A}">
      <dgm:prSet/>
      <dgm:spPr/>
      <dgm:t>
        <a:bodyPr/>
        <a:lstStyle/>
        <a:p>
          <a:endParaRPr lang="ru-RU"/>
        </a:p>
      </dgm:t>
    </dgm:pt>
    <dgm:pt modelId="{5CE8343D-37BF-4958-BFD5-8890B52D0F12}">
      <dgm:prSet phldrT="[Текст]" custT="1"/>
      <dgm:spPr/>
      <dgm:t>
        <a:bodyPr/>
        <a:lstStyle/>
        <a:p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window.location.pathname 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- </a:t>
          </a:r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жорий саҳифанинг йўлини ва файл номини қайтаради</a:t>
          </a:r>
          <a:r>
            <a:rPr lang="uz-Cyrl-UZ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D76A6A-6698-4B3F-80DA-22E33D50C6B1}" type="parTrans" cxnId="{D9CB074E-0F24-4024-A3E6-6D81E16D2E28}">
      <dgm:prSet/>
      <dgm:spPr/>
      <dgm:t>
        <a:bodyPr/>
        <a:lstStyle/>
        <a:p>
          <a:endParaRPr lang="ru-RU"/>
        </a:p>
      </dgm:t>
    </dgm:pt>
    <dgm:pt modelId="{D60152F5-E578-46DA-898C-0D6606DE8A8D}" type="sibTrans" cxnId="{D9CB074E-0F24-4024-A3E6-6D81E16D2E28}">
      <dgm:prSet/>
      <dgm:spPr/>
      <dgm:t>
        <a:bodyPr/>
        <a:lstStyle/>
        <a:p>
          <a:endParaRPr lang="ru-RU"/>
        </a:p>
      </dgm:t>
    </dgm:pt>
    <dgm:pt modelId="{425FF623-485B-4231-A294-D1DAE441F67B}">
      <dgm:prSet phldrT="[Текст]" custT="1"/>
      <dgm:spPr/>
      <dgm:t>
        <a:bodyPr/>
        <a:lstStyle/>
        <a:p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CE3CB2-3408-44F1-B501-8EDBD2D2DED7}" type="parTrans" cxnId="{89B61927-F947-43D0-B083-D430AB3133D2}">
      <dgm:prSet/>
      <dgm:spPr/>
      <dgm:t>
        <a:bodyPr/>
        <a:lstStyle/>
        <a:p>
          <a:endParaRPr lang="ru-RU"/>
        </a:p>
      </dgm:t>
    </dgm:pt>
    <dgm:pt modelId="{1E0D8E86-BE54-4D95-A36E-2E59313442CA}" type="sibTrans" cxnId="{89B61927-F947-43D0-B083-D430AB3133D2}">
      <dgm:prSet/>
      <dgm:spPr/>
      <dgm:t>
        <a:bodyPr/>
        <a:lstStyle/>
        <a:p>
          <a:endParaRPr lang="ru-RU"/>
        </a:p>
      </dgm:t>
    </dgm:pt>
    <dgm:pt modelId="{D2FB2937-2E6A-4777-9756-20A7F890638F}">
      <dgm:prSet phldrT="[Текст]" custT="1"/>
      <dgm:spPr/>
      <dgm:t>
        <a:bodyPr/>
        <a:lstStyle/>
        <a:p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window.location.protocol 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- </a:t>
          </a:r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ишлатилган 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в</a:t>
          </a:r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еб-протоколни қа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й</a:t>
          </a:r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таради (http: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ёки</a:t>
          </a:r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 https:)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A784E6-59C9-4B48-ACD1-BB9763276B68}" type="parTrans" cxnId="{FBF9551F-1574-45CC-AE26-375FC441B468}">
      <dgm:prSet/>
      <dgm:spPr/>
      <dgm:t>
        <a:bodyPr/>
        <a:lstStyle/>
        <a:p>
          <a:endParaRPr lang="ru-RU"/>
        </a:p>
      </dgm:t>
    </dgm:pt>
    <dgm:pt modelId="{AF1E3344-6673-4ACE-9EE4-D5C598F0A539}" type="sibTrans" cxnId="{FBF9551F-1574-45CC-AE26-375FC441B468}">
      <dgm:prSet/>
      <dgm:spPr/>
      <dgm:t>
        <a:bodyPr/>
        <a:lstStyle/>
        <a:p>
          <a:endParaRPr lang="ru-RU"/>
        </a:p>
      </dgm:t>
    </dgm:pt>
    <dgm:pt modelId="{C8B0E0B3-C10A-428D-8BA0-53A83E0176B3}">
      <dgm:prSet phldrT="[Текст]" custT="1"/>
      <dgm:spPr/>
      <dgm:t>
        <a:bodyPr/>
        <a:lstStyle/>
        <a:p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197488-44F8-480C-82F0-D6FBFC849D7C}" type="parTrans" cxnId="{9E02B85A-84A7-41AD-9CE6-9EE687080CF2}">
      <dgm:prSet/>
      <dgm:spPr/>
      <dgm:t>
        <a:bodyPr/>
        <a:lstStyle/>
        <a:p>
          <a:endParaRPr lang="ru-RU"/>
        </a:p>
      </dgm:t>
    </dgm:pt>
    <dgm:pt modelId="{22C02346-7919-4CA2-85A0-3B442056AE06}" type="sibTrans" cxnId="{9E02B85A-84A7-41AD-9CE6-9EE687080CF2}">
      <dgm:prSet/>
      <dgm:spPr/>
      <dgm:t>
        <a:bodyPr/>
        <a:lstStyle/>
        <a:p>
          <a:endParaRPr lang="ru-RU"/>
        </a:p>
      </dgm:t>
    </dgm:pt>
    <dgm:pt modelId="{03F6288A-AB61-48F1-8A21-A859EAD16935}">
      <dgm:prSet phldrT="[Текст]" custT="1"/>
      <dgm:spPr/>
      <dgm:t>
        <a:bodyPr/>
        <a:lstStyle/>
        <a:p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window.location.assign ()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янги</a:t>
          </a:r>
          <a:r>
            <a:rPr lang="uz-Latn-UZ" sz="1800" dirty="0" smtClean="0">
              <a:latin typeface="Times New Roman" pitchFamily="18" charset="0"/>
              <a:cs typeface="Times New Roman" pitchFamily="18" charset="0"/>
            </a:rPr>
            <a:t> ҳужжатни юклайди</a:t>
          </a:r>
          <a:r>
            <a:rPr lang="uz-Cyrl-UZ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0AB348-FA55-48C6-A850-A819B3CF293E}" type="parTrans" cxnId="{5F9AE260-BCAC-4CFE-B72C-2736E58CEB04}">
      <dgm:prSet/>
      <dgm:spPr/>
      <dgm:t>
        <a:bodyPr/>
        <a:lstStyle/>
        <a:p>
          <a:endParaRPr lang="ru-RU"/>
        </a:p>
      </dgm:t>
    </dgm:pt>
    <dgm:pt modelId="{B6903BFF-18EC-4242-A989-BA21732AF1FD}" type="sibTrans" cxnId="{5F9AE260-BCAC-4CFE-B72C-2736E58CEB04}">
      <dgm:prSet/>
      <dgm:spPr/>
      <dgm:t>
        <a:bodyPr/>
        <a:lstStyle/>
        <a:p>
          <a:endParaRPr lang="ru-RU"/>
        </a:p>
      </dgm:t>
    </dgm:pt>
    <dgm:pt modelId="{77E6CDFE-EBA6-46CD-BEB3-DEFC937F54CA}" type="pres">
      <dgm:prSet presAssocID="{88D1F99D-697B-40FD-9FB7-3B77E5B44643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B59D52B-B4D1-47EF-A301-F0491D39003D}" type="pres">
      <dgm:prSet presAssocID="{792B62A4-F715-4253-97AF-D185B2D77DEA}" presName="composite" presStyleCnt="0"/>
      <dgm:spPr/>
    </dgm:pt>
    <dgm:pt modelId="{709B4EBD-8ED3-494A-828F-FF3069DCB8BE}" type="pres">
      <dgm:prSet presAssocID="{792B62A4-F715-4253-97AF-D185B2D77DEA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5D375E-4230-4CD8-B916-FEE58759BFCF}" type="pres">
      <dgm:prSet presAssocID="{792B62A4-F715-4253-97AF-D185B2D77DEA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AA8794-8D2B-419A-9057-27A57E35BD93}" type="pres">
      <dgm:prSet presAssocID="{EB72ADF4-9B28-41D5-8856-775BAC031730}" presName="sp" presStyleCnt="0"/>
      <dgm:spPr/>
    </dgm:pt>
    <dgm:pt modelId="{9E833B8E-FFEA-40B8-8886-52579AE4711C}" type="pres">
      <dgm:prSet presAssocID="{1A8827CF-D485-4210-9C9B-7548CEEADCD8}" presName="composite" presStyleCnt="0"/>
      <dgm:spPr/>
    </dgm:pt>
    <dgm:pt modelId="{FDAF15C7-9A0C-4380-9097-2B6100943B8F}" type="pres">
      <dgm:prSet presAssocID="{1A8827CF-D485-4210-9C9B-7548CEEADCD8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0103B4-FE35-43D4-AEAD-936CE26B9484}" type="pres">
      <dgm:prSet presAssocID="{1A8827CF-D485-4210-9C9B-7548CEEADCD8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2AA5D2-4834-495E-9CE9-5B5B816EBF45}" type="pres">
      <dgm:prSet presAssocID="{5A3366C6-BD2F-49F5-B6B3-5FB8ADC241A5}" presName="sp" presStyleCnt="0"/>
      <dgm:spPr/>
    </dgm:pt>
    <dgm:pt modelId="{3677D1AC-D926-4FC5-AF29-A1626FFBB2AF}" type="pres">
      <dgm:prSet presAssocID="{A33FAA65-5E72-4FAD-96DE-0FFF55AD31CD}" presName="composite" presStyleCnt="0"/>
      <dgm:spPr/>
    </dgm:pt>
    <dgm:pt modelId="{2EF3B10F-C3AB-44F6-865F-4E26FE4B95AA}" type="pres">
      <dgm:prSet presAssocID="{A33FAA65-5E72-4FAD-96DE-0FFF55AD31CD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0ED83DE-7D85-482F-B3FE-318890256FE8}" type="pres">
      <dgm:prSet presAssocID="{A33FAA65-5E72-4FAD-96DE-0FFF55AD31CD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D6E6DE-2307-41B1-B9DA-9AE5BD504123}" type="pres">
      <dgm:prSet presAssocID="{93265875-065C-4C39-A09C-B9BFC4694095}" presName="sp" presStyleCnt="0"/>
      <dgm:spPr/>
    </dgm:pt>
    <dgm:pt modelId="{775A3837-C583-4689-825B-0423DAAEF160}" type="pres">
      <dgm:prSet presAssocID="{425FF623-485B-4231-A294-D1DAE441F67B}" presName="composite" presStyleCnt="0"/>
      <dgm:spPr/>
    </dgm:pt>
    <dgm:pt modelId="{F45C7B13-FF79-4062-A9D7-4F179871162A}" type="pres">
      <dgm:prSet presAssocID="{425FF623-485B-4231-A294-D1DAE441F67B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56123F4-23D0-4044-9B3B-0F5085219ACA}" type="pres">
      <dgm:prSet presAssocID="{425FF623-485B-4231-A294-D1DAE441F67B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397743-487F-4D08-A106-C0AE59B24C54}" type="pres">
      <dgm:prSet presAssocID="{1E0D8E86-BE54-4D95-A36E-2E59313442CA}" presName="sp" presStyleCnt="0"/>
      <dgm:spPr/>
    </dgm:pt>
    <dgm:pt modelId="{9F5CC5D9-785F-433F-A484-20E4E8718F1A}" type="pres">
      <dgm:prSet presAssocID="{C8B0E0B3-C10A-428D-8BA0-53A83E0176B3}" presName="composite" presStyleCnt="0"/>
      <dgm:spPr/>
    </dgm:pt>
    <dgm:pt modelId="{6C14B797-7546-47DA-A0F5-B4A258EE82F0}" type="pres">
      <dgm:prSet presAssocID="{C8B0E0B3-C10A-428D-8BA0-53A83E0176B3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D98A0A-AD05-45BB-BCC1-0EC75E445665}" type="pres">
      <dgm:prSet presAssocID="{C8B0E0B3-C10A-428D-8BA0-53A83E0176B3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D9BAFDB-0131-4ACA-8A16-BA9C0DAF147A}" srcId="{88D1F99D-697B-40FD-9FB7-3B77E5B44643}" destId="{A33FAA65-5E72-4FAD-96DE-0FFF55AD31CD}" srcOrd="2" destOrd="0" parTransId="{B45C4989-1BFE-4277-9282-62F44795AB8B}" sibTransId="{93265875-065C-4C39-A09C-B9BFC4694095}"/>
    <dgm:cxn modelId="{D8802C44-242D-42DF-9227-67F9B0FAC517}" type="presOf" srcId="{03F6288A-AB61-48F1-8A21-A859EAD16935}" destId="{6BD98A0A-AD05-45BB-BCC1-0EC75E445665}" srcOrd="0" destOrd="0" presId="urn:microsoft.com/office/officeart/2005/8/layout/chevron2"/>
    <dgm:cxn modelId="{8EB41497-C5B8-4004-A529-7DF9541E9C77}" type="presOf" srcId="{88D1F99D-697B-40FD-9FB7-3B77E5B44643}" destId="{77E6CDFE-EBA6-46CD-BEB3-DEFC937F54CA}" srcOrd="0" destOrd="0" presId="urn:microsoft.com/office/officeart/2005/8/layout/chevron2"/>
    <dgm:cxn modelId="{FBF9551F-1574-45CC-AE26-375FC441B468}" srcId="{425FF623-485B-4231-A294-D1DAE441F67B}" destId="{D2FB2937-2E6A-4777-9756-20A7F890638F}" srcOrd="0" destOrd="0" parTransId="{48A784E6-59C9-4B48-ACD1-BB9763276B68}" sibTransId="{AF1E3344-6673-4ACE-9EE4-D5C598F0A539}"/>
    <dgm:cxn modelId="{F62CE766-9471-4B5B-AF11-F4D846242BA1}" type="presOf" srcId="{425FF623-485B-4231-A294-D1DAE441F67B}" destId="{F45C7B13-FF79-4062-A9D7-4F179871162A}" srcOrd="0" destOrd="0" presId="urn:microsoft.com/office/officeart/2005/8/layout/chevron2"/>
    <dgm:cxn modelId="{8683056C-6FF0-4F10-BC08-616BD197F127}" srcId="{792B62A4-F715-4253-97AF-D185B2D77DEA}" destId="{974C4B07-0B7A-4481-9B36-8B2B75079D1C}" srcOrd="0" destOrd="0" parTransId="{3F5BA77B-5F68-446F-8492-EB08F4765097}" sibTransId="{720199CC-3BE7-4917-8F2E-C19A41216098}"/>
    <dgm:cxn modelId="{5F9AE260-BCAC-4CFE-B72C-2736E58CEB04}" srcId="{C8B0E0B3-C10A-428D-8BA0-53A83E0176B3}" destId="{03F6288A-AB61-48F1-8A21-A859EAD16935}" srcOrd="0" destOrd="0" parTransId="{FC0AB348-FA55-48C6-A850-A819B3CF293E}" sibTransId="{B6903BFF-18EC-4242-A989-BA21732AF1FD}"/>
    <dgm:cxn modelId="{4324D7A7-3409-4733-B888-C9BA3ABDCDDB}" type="presOf" srcId="{792B62A4-F715-4253-97AF-D185B2D77DEA}" destId="{709B4EBD-8ED3-494A-828F-FF3069DCB8BE}" srcOrd="0" destOrd="0" presId="urn:microsoft.com/office/officeart/2005/8/layout/chevron2"/>
    <dgm:cxn modelId="{AF0FD4EC-AD64-46D0-B363-3226CC8459D6}" type="presOf" srcId="{A33FAA65-5E72-4FAD-96DE-0FFF55AD31CD}" destId="{2EF3B10F-C3AB-44F6-865F-4E26FE4B95AA}" srcOrd="0" destOrd="0" presId="urn:microsoft.com/office/officeart/2005/8/layout/chevron2"/>
    <dgm:cxn modelId="{DDCE0646-1BC3-4731-8B12-6E84733431D6}" type="presOf" srcId="{1A8827CF-D485-4210-9C9B-7548CEEADCD8}" destId="{FDAF15C7-9A0C-4380-9097-2B6100943B8F}" srcOrd="0" destOrd="0" presId="urn:microsoft.com/office/officeart/2005/8/layout/chevron2"/>
    <dgm:cxn modelId="{9E02B85A-84A7-41AD-9CE6-9EE687080CF2}" srcId="{88D1F99D-697B-40FD-9FB7-3B77E5B44643}" destId="{C8B0E0B3-C10A-428D-8BA0-53A83E0176B3}" srcOrd="4" destOrd="0" parTransId="{05197488-44F8-480C-82F0-D6FBFC849D7C}" sibTransId="{22C02346-7919-4CA2-85A0-3B442056AE06}"/>
    <dgm:cxn modelId="{9E95C653-69D1-4940-9D63-951268761E4A}" srcId="{88D1F99D-697B-40FD-9FB7-3B77E5B44643}" destId="{1A8827CF-D485-4210-9C9B-7548CEEADCD8}" srcOrd="1" destOrd="0" parTransId="{3C40FDD5-2DA6-4841-8F83-FEF9F2C77DDC}" sibTransId="{5A3366C6-BD2F-49F5-B6B3-5FB8ADC241A5}"/>
    <dgm:cxn modelId="{FCA6EEC6-3F0F-498D-B007-6893522C6510}" type="presOf" srcId="{C8B0E0B3-C10A-428D-8BA0-53A83E0176B3}" destId="{6C14B797-7546-47DA-A0F5-B4A258EE82F0}" srcOrd="0" destOrd="0" presId="urn:microsoft.com/office/officeart/2005/8/layout/chevron2"/>
    <dgm:cxn modelId="{A3D4323F-9DEA-497D-AC47-CE96679B39D4}" type="presOf" srcId="{5CE8343D-37BF-4958-BFD5-8890B52D0F12}" destId="{00ED83DE-7D85-482F-B3FE-318890256FE8}" srcOrd="0" destOrd="0" presId="urn:microsoft.com/office/officeart/2005/8/layout/chevron2"/>
    <dgm:cxn modelId="{F3B3652A-635C-490D-96DF-C693BEFD1F10}" type="presOf" srcId="{974C4B07-0B7A-4481-9B36-8B2B75079D1C}" destId="{845D375E-4230-4CD8-B916-FEE58759BFCF}" srcOrd="0" destOrd="0" presId="urn:microsoft.com/office/officeart/2005/8/layout/chevron2"/>
    <dgm:cxn modelId="{EABC97DD-B162-431C-A14C-AA285979DAC1}" type="presOf" srcId="{D2FB2937-2E6A-4777-9756-20A7F890638F}" destId="{856123F4-23D0-4044-9B3B-0F5085219ACA}" srcOrd="0" destOrd="0" presId="urn:microsoft.com/office/officeart/2005/8/layout/chevron2"/>
    <dgm:cxn modelId="{B9185DCC-3A35-48E7-8A6F-C22719C560EE}" type="presOf" srcId="{B49B259A-ECD3-4A23-B748-3CDD5DEBE0DC}" destId="{370103B4-FE35-43D4-AEAD-936CE26B9484}" srcOrd="0" destOrd="0" presId="urn:microsoft.com/office/officeart/2005/8/layout/chevron2"/>
    <dgm:cxn modelId="{D9CB074E-0F24-4024-A3E6-6D81E16D2E28}" srcId="{A33FAA65-5E72-4FAD-96DE-0FFF55AD31CD}" destId="{5CE8343D-37BF-4958-BFD5-8890B52D0F12}" srcOrd="0" destOrd="0" parTransId="{40D76A6A-6698-4B3F-80DA-22E33D50C6B1}" sibTransId="{D60152F5-E578-46DA-898C-0D6606DE8A8D}"/>
    <dgm:cxn modelId="{7609D2AA-CE80-4A53-8BCF-08B1149C1BDA}" srcId="{1A8827CF-D485-4210-9C9B-7548CEEADCD8}" destId="{B49B259A-ECD3-4A23-B748-3CDD5DEBE0DC}" srcOrd="0" destOrd="0" parTransId="{F5FB6C1D-0DC3-4D22-BCED-B57AB6A8973F}" sibTransId="{325EA275-BD6C-4A7E-B849-D458E3BB3EA1}"/>
    <dgm:cxn modelId="{5C9D862A-D49F-43BC-ABFC-CFB242B52B3A}" srcId="{88D1F99D-697B-40FD-9FB7-3B77E5B44643}" destId="{792B62A4-F715-4253-97AF-D185B2D77DEA}" srcOrd="0" destOrd="0" parTransId="{EBAE9780-ED12-40A2-BA45-03AEFCFEE2D5}" sibTransId="{EB72ADF4-9B28-41D5-8856-775BAC031730}"/>
    <dgm:cxn modelId="{89B61927-F947-43D0-B083-D430AB3133D2}" srcId="{88D1F99D-697B-40FD-9FB7-3B77E5B44643}" destId="{425FF623-485B-4231-A294-D1DAE441F67B}" srcOrd="3" destOrd="0" parTransId="{65CE3CB2-3408-44F1-B501-8EDBD2D2DED7}" sibTransId="{1E0D8E86-BE54-4D95-A36E-2E59313442CA}"/>
    <dgm:cxn modelId="{A767BB67-D4C0-4B18-8197-112727637573}" type="presParOf" srcId="{77E6CDFE-EBA6-46CD-BEB3-DEFC937F54CA}" destId="{EB59D52B-B4D1-47EF-A301-F0491D39003D}" srcOrd="0" destOrd="0" presId="urn:microsoft.com/office/officeart/2005/8/layout/chevron2"/>
    <dgm:cxn modelId="{1FBD0AEF-4BB3-4209-8239-621AC111AA9F}" type="presParOf" srcId="{EB59D52B-B4D1-47EF-A301-F0491D39003D}" destId="{709B4EBD-8ED3-494A-828F-FF3069DCB8BE}" srcOrd="0" destOrd="0" presId="urn:microsoft.com/office/officeart/2005/8/layout/chevron2"/>
    <dgm:cxn modelId="{0071F982-7707-49A4-BBC0-07C074C5D486}" type="presParOf" srcId="{EB59D52B-B4D1-47EF-A301-F0491D39003D}" destId="{845D375E-4230-4CD8-B916-FEE58759BFCF}" srcOrd="1" destOrd="0" presId="urn:microsoft.com/office/officeart/2005/8/layout/chevron2"/>
    <dgm:cxn modelId="{75CFDA72-F1A5-4102-820C-5B237B7E5184}" type="presParOf" srcId="{77E6CDFE-EBA6-46CD-BEB3-DEFC937F54CA}" destId="{02AA8794-8D2B-419A-9057-27A57E35BD93}" srcOrd="1" destOrd="0" presId="urn:microsoft.com/office/officeart/2005/8/layout/chevron2"/>
    <dgm:cxn modelId="{B68C6A7E-0D41-4B09-8CB9-97EBE4E5EC20}" type="presParOf" srcId="{77E6CDFE-EBA6-46CD-BEB3-DEFC937F54CA}" destId="{9E833B8E-FFEA-40B8-8886-52579AE4711C}" srcOrd="2" destOrd="0" presId="urn:microsoft.com/office/officeart/2005/8/layout/chevron2"/>
    <dgm:cxn modelId="{6B3FF774-AC5C-48EA-B8D9-A6F93D6067E8}" type="presParOf" srcId="{9E833B8E-FFEA-40B8-8886-52579AE4711C}" destId="{FDAF15C7-9A0C-4380-9097-2B6100943B8F}" srcOrd="0" destOrd="0" presId="urn:microsoft.com/office/officeart/2005/8/layout/chevron2"/>
    <dgm:cxn modelId="{982B8267-BE79-40CD-B8E1-FACC9C0C4386}" type="presParOf" srcId="{9E833B8E-FFEA-40B8-8886-52579AE4711C}" destId="{370103B4-FE35-43D4-AEAD-936CE26B9484}" srcOrd="1" destOrd="0" presId="urn:microsoft.com/office/officeart/2005/8/layout/chevron2"/>
    <dgm:cxn modelId="{6E4B32FB-22A1-44D7-AEF4-261A1A084058}" type="presParOf" srcId="{77E6CDFE-EBA6-46CD-BEB3-DEFC937F54CA}" destId="{3A2AA5D2-4834-495E-9CE9-5B5B816EBF45}" srcOrd="3" destOrd="0" presId="urn:microsoft.com/office/officeart/2005/8/layout/chevron2"/>
    <dgm:cxn modelId="{D4CBBEFC-906A-415E-BEB7-1E131983B53F}" type="presParOf" srcId="{77E6CDFE-EBA6-46CD-BEB3-DEFC937F54CA}" destId="{3677D1AC-D926-4FC5-AF29-A1626FFBB2AF}" srcOrd="4" destOrd="0" presId="urn:microsoft.com/office/officeart/2005/8/layout/chevron2"/>
    <dgm:cxn modelId="{DE0699C7-9213-44EF-AA57-31ABD2C1CA04}" type="presParOf" srcId="{3677D1AC-D926-4FC5-AF29-A1626FFBB2AF}" destId="{2EF3B10F-C3AB-44F6-865F-4E26FE4B95AA}" srcOrd="0" destOrd="0" presId="urn:microsoft.com/office/officeart/2005/8/layout/chevron2"/>
    <dgm:cxn modelId="{4C7F8C1A-91F2-4575-B687-E5AB94DAC85C}" type="presParOf" srcId="{3677D1AC-D926-4FC5-AF29-A1626FFBB2AF}" destId="{00ED83DE-7D85-482F-B3FE-318890256FE8}" srcOrd="1" destOrd="0" presId="urn:microsoft.com/office/officeart/2005/8/layout/chevron2"/>
    <dgm:cxn modelId="{9147A3B1-29C6-4CA4-B828-4EB6CD14E4A6}" type="presParOf" srcId="{77E6CDFE-EBA6-46CD-BEB3-DEFC937F54CA}" destId="{1ED6E6DE-2307-41B1-B9DA-9AE5BD504123}" srcOrd="5" destOrd="0" presId="urn:microsoft.com/office/officeart/2005/8/layout/chevron2"/>
    <dgm:cxn modelId="{E55692BA-426F-404F-99B8-C9B7166851CA}" type="presParOf" srcId="{77E6CDFE-EBA6-46CD-BEB3-DEFC937F54CA}" destId="{775A3837-C583-4689-825B-0423DAAEF160}" srcOrd="6" destOrd="0" presId="urn:microsoft.com/office/officeart/2005/8/layout/chevron2"/>
    <dgm:cxn modelId="{9045890E-10FB-493F-8568-5EFAE5D3E98A}" type="presParOf" srcId="{775A3837-C583-4689-825B-0423DAAEF160}" destId="{F45C7B13-FF79-4062-A9D7-4F179871162A}" srcOrd="0" destOrd="0" presId="urn:microsoft.com/office/officeart/2005/8/layout/chevron2"/>
    <dgm:cxn modelId="{2D6666A5-D7E7-4B47-B7FC-BA3EF89F6C4B}" type="presParOf" srcId="{775A3837-C583-4689-825B-0423DAAEF160}" destId="{856123F4-23D0-4044-9B3B-0F5085219ACA}" srcOrd="1" destOrd="0" presId="urn:microsoft.com/office/officeart/2005/8/layout/chevron2"/>
    <dgm:cxn modelId="{AEE1CAC6-3373-4379-8C79-C1B4C7B0F931}" type="presParOf" srcId="{77E6CDFE-EBA6-46CD-BEB3-DEFC937F54CA}" destId="{4A397743-487F-4D08-A106-C0AE59B24C54}" srcOrd="7" destOrd="0" presId="urn:microsoft.com/office/officeart/2005/8/layout/chevron2"/>
    <dgm:cxn modelId="{C16EF1C2-D0A5-43F0-91E6-5B7F3E944D82}" type="presParOf" srcId="{77E6CDFE-EBA6-46CD-BEB3-DEFC937F54CA}" destId="{9F5CC5D9-785F-433F-A484-20E4E8718F1A}" srcOrd="8" destOrd="0" presId="urn:microsoft.com/office/officeart/2005/8/layout/chevron2"/>
    <dgm:cxn modelId="{6D25BB9A-F061-4B5E-B596-A51BAE88216B}" type="presParOf" srcId="{9F5CC5D9-785F-433F-A484-20E4E8718F1A}" destId="{6C14B797-7546-47DA-A0F5-B4A258EE82F0}" srcOrd="0" destOrd="0" presId="urn:microsoft.com/office/officeart/2005/8/layout/chevron2"/>
    <dgm:cxn modelId="{C7F0B60D-1098-4C22-B5B9-37736BC9E1DE}" type="presParOf" srcId="{9F5CC5D9-785F-433F-A484-20E4E8718F1A}" destId="{6BD98A0A-AD05-45BB-BCC1-0EC75E44566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5BEE37-9C3F-4012-AADF-43D388BC535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ADCBF4FC-4326-4904-B3A0-1F1262B366F3}">
      <dgm:prSet phldrT="[Текст]" custT="1"/>
      <dgm:spPr/>
      <dgm:t>
        <a:bodyPr/>
        <a:lstStyle/>
        <a:p>
          <a:pPr algn="l"/>
          <a:r>
            <a:rPr lang="uz-Latn-UZ" sz="2000" dirty="0" smtClean="0">
              <a:latin typeface="Times New Roman" pitchFamily="18" charset="0"/>
              <a:cs typeface="Times New Roman" pitchFamily="18" charset="0"/>
            </a:rPr>
            <a:t>Window.history</a:t>
          </a:r>
          <a:endParaRPr lang="ru-RU" sz="2000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1FB4072B-B74D-4F43-A64B-A8422B90E5EE}" type="parTrans" cxnId="{0DF0FDE0-E692-4D60-AF02-CA862EDEEAC9}">
      <dgm:prSet/>
      <dgm:spPr/>
      <dgm:t>
        <a:bodyPr/>
        <a:lstStyle/>
        <a:p>
          <a:endParaRPr lang="ru-RU"/>
        </a:p>
      </dgm:t>
    </dgm:pt>
    <dgm:pt modelId="{8E8D82E2-A3A6-42C5-829F-4CAFE3CA5123}" type="sibTrans" cxnId="{0DF0FDE0-E692-4D60-AF02-CA862EDEEAC9}">
      <dgm:prSet/>
      <dgm:spPr/>
      <dgm:t>
        <a:bodyPr/>
        <a:lstStyle/>
        <a:p>
          <a:endParaRPr lang="ru-RU"/>
        </a:p>
      </dgm:t>
    </dgm:pt>
    <dgm:pt modelId="{11890CCA-2519-4260-8E0F-2578EB70DE70}">
      <dgm:prSet phldrT="[Текст]" custT="1"/>
      <dgm:spPr/>
      <dgm:t>
        <a:bodyPr/>
        <a:lstStyle/>
        <a:p>
          <a:pPr algn="l"/>
          <a:r>
            <a:rPr lang="uz-Latn-UZ" sz="2000" dirty="0" smtClean="0">
              <a:latin typeface="Times New Roman" pitchFamily="18" charset="0"/>
              <a:cs typeface="Times New Roman" pitchFamily="18" charset="0"/>
            </a:rPr>
            <a:t>объекти браузерлар тарихини ўз ичига олади.</a:t>
          </a:r>
          <a:endParaRPr lang="ru-RU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16D332-031A-4EC0-9C88-3486FBA17A6F}" type="parTrans" cxnId="{634C2E4D-43CA-4CB5-B229-13BD1F03BFA6}">
      <dgm:prSet/>
      <dgm:spPr/>
      <dgm:t>
        <a:bodyPr/>
        <a:lstStyle/>
        <a:p>
          <a:endParaRPr lang="ru-RU"/>
        </a:p>
      </dgm:t>
    </dgm:pt>
    <dgm:pt modelId="{42B5D483-F645-4536-A0FD-FAB8675943B4}" type="sibTrans" cxnId="{634C2E4D-43CA-4CB5-B229-13BD1F03BFA6}">
      <dgm:prSet/>
      <dgm:spPr/>
      <dgm:t>
        <a:bodyPr/>
        <a:lstStyle/>
        <a:p>
          <a:endParaRPr lang="ru-RU"/>
        </a:p>
      </dgm:t>
    </dgm:pt>
    <dgm:pt modelId="{2CFDA04B-20A2-46DE-94AA-7215804540FB}">
      <dgm:prSet phldrT="[Текст]" custT="1"/>
      <dgm:spPr/>
      <dgm:t>
        <a:bodyPr/>
        <a:lstStyle/>
        <a:p>
          <a:pPr algn="l"/>
          <a:r>
            <a:rPr lang="uz-Latn-UZ" sz="2000" dirty="0" smtClean="0">
              <a:latin typeface="Times New Roman" pitchFamily="18" charset="0"/>
              <a:cs typeface="Times New Roman" pitchFamily="18" charset="0"/>
            </a:rPr>
            <a:t>history.back () </a:t>
          </a:r>
          <a:endParaRPr lang="ru-RU" sz="2000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2BD5A113-67A3-4D8F-B3FB-765EB8064F55}" type="parTrans" cxnId="{B8FB13C9-F6CC-49C4-B660-7F1197789C7B}">
      <dgm:prSet/>
      <dgm:spPr/>
      <dgm:t>
        <a:bodyPr/>
        <a:lstStyle/>
        <a:p>
          <a:endParaRPr lang="ru-RU"/>
        </a:p>
      </dgm:t>
    </dgm:pt>
    <dgm:pt modelId="{13F33160-B181-4BF9-99D7-AB50B303E5AE}" type="sibTrans" cxnId="{B8FB13C9-F6CC-49C4-B660-7F1197789C7B}">
      <dgm:prSet/>
      <dgm:spPr/>
      <dgm:t>
        <a:bodyPr/>
        <a:lstStyle/>
        <a:p>
          <a:endParaRPr lang="ru-RU"/>
        </a:p>
      </dgm:t>
    </dgm:pt>
    <dgm:pt modelId="{4998B1CF-F7F7-4992-B3B9-00315FF59984}">
      <dgm:prSet phldrT="[Текст]" custT="1"/>
      <dgm:spPr/>
      <dgm:t>
        <a:bodyPr/>
        <a:lstStyle/>
        <a:p>
          <a:pPr algn="l"/>
          <a:r>
            <a:rPr lang="uz-Latn-UZ" sz="2000" dirty="0" smtClean="0">
              <a:latin typeface="Times New Roman" pitchFamily="18" charset="0"/>
              <a:cs typeface="Times New Roman" pitchFamily="18" charset="0"/>
            </a:rPr>
            <a:t>браузерда орқага </a:t>
          </a:r>
          <a:r>
            <a:rPr lang="uz-Cyrl-UZ" sz="2000" dirty="0" smtClean="0">
              <a:latin typeface="Times New Roman" pitchFamily="18" charset="0"/>
              <a:cs typeface="Times New Roman" pitchFamily="18" charset="0"/>
            </a:rPr>
            <a:t>қайтиш </a:t>
          </a:r>
          <a:r>
            <a:rPr lang="uz-Latn-UZ" sz="2000" dirty="0" smtClean="0">
              <a:latin typeface="Times New Roman" pitchFamily="18" charset="0"/>
              <a:cs typeface="Times New Roman" pitchFamily="18" charset="0"/>
            </a:rPr>
            <a:t>билан бир хил</a:t>
          </a:r>
          <a:r>
            <a:rPr lang="uz-Cyrl-UZ" sz="20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23FF24-5D89-4947-8386-40A64F9B2F33}" type="parTrans" cxnId="{104F2112-4ED4-433E-BB0C-A6D6E89658E6}">
      <dgm:prSet/>
      <dgm:spPr/>
      <dgm:t>
        <a:bodyPr/>
        <a:lstStyle/>
        <a:p>
          <a:endParaRPr lang="ru-RU"/>
        </a:p>
      </dgm:t>
    </dgm:pt>
    <dgm:pt modelId="{22E6F37A-DC78-43F4-94B4-4DC66CC86D1C}" type="sibTrans" cxnId="{104F2112-4ED4-433E-BB0C-A6D6E89658E6}">
      <dgm:prSet/>
      <dgm:spPr/>
      <dgm:t>
        <a:bodyPr/>
        <a:lstStyle/>
        <a:p>
          <a:endParaRPr lang="ru-RU"/>
        </a:p>
      </dgm:t>
    </dgm:pt>
    <dgm:pt modelId="{A2F752CC-088F-4066-9BFF-C84AC3C74D2B}">
      <dgm:prSet phldrT="[Текст]" custT="1"/>
      <dgm:spPr/>
      <dgm:t>
        <a:bodyPr/>
        <a:lstStyle/>
        <a:p>
          <a:pPr algn="l"/>
          <a:r>
            <a:rPr lang="uz-Latn-UZ" sz="2000" dirty="0" smtClean="0">
              <a:latin typeface="Times New Roman" pitchFamily="18" charset="0"/>
              <a:cs typeface="Times New Roman" pitchFamily="18" charset="0"/>
            </a:rPr>
            <a:t>history.forward () </a:t>
          </a:r>
          <a:endParaRPr lang="ru-RU" sz="2000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F2597E43-5088-47C8-9C1E-C2267DEFFDD7}" type="parTrans" cxnId="{AB2D33A6-117A-4267-AF3A-FB651C6B94E2}">
      <dgm:prSet/>
      <dgm:spPr/>
      <dgm:t>
        <a:bodyPr/>
        <a:lstStyle/>
        <a:p>
          <a:endParaRPr lang="ru-RU"/>
        </a:p>
      </dgm:t>
    </dgm:pt>
    <dgm:pt modelId="{B6B7350B-AE24-4990-A0CB-A46F9060D297}" type="sibTrans" cxnId="{AB2D33A6-117A-4267-AF3A-FB651C6B94E2}">
      <dgm:prSet/>
      <dgm:spPr/>
      <dgm:t>
        <a:bodyPr/>
        <a:lstStyle/>
        <a:p>
          <a:endParaRPr lang="ru-RU"/>
        </a:p>
      </dgm:t>
    </dgm:pt>
    <dgm:pt modelId="{FB1B046B-56AE-4C0D-81CE-FE3060266571}">
      <dgm:prSet phldrT="[Текст]" custT="1"/>
      <dgm:spPr/>
      <dgm:t>
        <a:bodyPr/>
        <a:lstStyle/>
        <a:p>
          <a:pPr algn="l" rtl="0"/>
          <a:r>
            <a:rPr lang="uz-Latn-UZ" sz="2000" dirty="0" smtClean="0">
              <a:latin typeface="Times New Roman" pitchFamily="18" charset="0"/>
              <a:cs typeface="Times New Roman" pitchFamily="18" charset="0"/>
            </a:rPr>
            <a:t>браузерда олдинга </a:t>
          </a:r>
          <a:r>
            <a:rPr lang="uz-Cyrl-UZ" sz="2000" dirty="0" smtClean="0">
              <a:latin typeface="Times New Roman" pitchFamily="18" charset="0"/>
              <a:cs typeface="Times New Roman" pitchFamily="18" charset="0"/>
            </a:rPr>
            <a:t>ўтиш </a:t>
          </a:r>
          <a:r>
            <a:rPr lang="uz-Latn-UZ" sz="2000" dirty="0" smtClean="0">
              <a:latin typeface="Times New Roman" pitchFamily="18" charset="0"/>
              <a:cs typeface="Times New Roman" pitchFamily="18" charset="0"/>
            </a:rPr>
            <a:t>билан бир хил</a:t>
          </a:r>
          <a:endParaRPr lang="ru-RU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1C89AA-747D-4D68-B9AB-012084CAD301}" type="parTrans" cxnId="{58770B48-31CA-4060-8653-97B414ADEF54}">
      <dgm:prSet/>
      <dgm:spPr/>
      <dgm:t>
        <a:bodyPr/>
        <a:lstStyle/>
        <a:p>
          <a:endParaRPr lang="ru-RU"/>
        </a:p>
      </dgm:t>
    </dgm:pt>
    <dgm:pt modelId="{AFBAAB7F-DD04-4C75-B447-F723BD6391EC}" type="sibTrans" cxnId="{58770B48-31CA-4060-8653-97B414ADEF54}">
      <dgm:prSet/>
      <dgm:spPr/>
      <dgm:t>
        <a:bodyPr/>
        <a:lstStyle/>
        <a:p>
          <a:endParaRPr lang="ru-RU"/>
        </a:p>
      </dgm:t>
    </dgm:pt>
    <dgm:pt modelId="{2C920069-98FB-4611-A181-3FB0A890D2B6}" type="pres">
      <dgm:prSet presAssocID="{395BEE37-9C3F-4012-AADF-43D388BC535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A498CB6-D75D-4F74-865C-79232B75F33D}" type="pres">
      <dgm:prSet presAssocID="{ADCBF4FC-4326-4904-B3A0-1F1262B366F3}" presName="parentLin" presStyleCnt="0"/>
      <dgm:spPr/>
    </dgm:pt>
    <dgm:pt modelId="{B38772E9-7253-4A46-A9E1-2A6A7ED09C54}" type="pres">
      <dgm:prSet presAssocID="{ADCBF4FC-4326-4904-B3A0-1F1262B366F3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F3535C91-589B-43A5-B496-E1E9C53749F4}" type="pres">
      <dgm:prSet presAssocID="{ADCBF4FC-4326-4904-B3A0-1F1262B366F3}" presName="parentText" presStyleLbl="node1" presStyleIdx="0" presStyleCnt="3" custScaleX="109004" custLinFactNeighborY="141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8900F8-3806-4A1F-82F0-BBD8ADD4A7E7}" type="pres">
      <dgm:prSet presAssocID="{ADCBF4FC-4326-4904-B3A0-1F1262B366F3}" presName="negativeSpace" presStyleCnt="0"/>
      <dgm:spPr/>
    </dgm:pt>
    <dgm:pt modelId="{AF093D44-2C9A-40E8-86D0-B0F6CBE0F728}" type="pres">
      <dgm:prSet presAssocID="{ADCBF4FC-4326-4904-B3A0-1F1262B366F3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9A4E12-504E-4A62-95A5-F086977A1781}" type="pres">
      <dgm:prSet presAssocID="{8E8D82E2-A3A6-42C5-829F-4CAFE3CA5123}" presName="spaceBetweenRectangles" presStyleCnt="0"/>
      <dgm:spPr/>
    </dgm:pt>
    <dgm:pt modelId="{BAE3D9F1-46B2-4725-B5EF-ED1CC4BEB454}" type="pres">
      <dgm:prSet presAssocID="{2CFDA04B-20A2-46DE-94AA-7215804540FB}" presName="parentLin" presStyleCnt="0"/>
      <dgm:spPr/>
    </dgm:pt>
    <dgm:pt modelId="{D5797AB5-39CE-4175-9268-05AC1CA63C2B}" type="pres">
      <dgm:prSet presAssocID="{2CFDA04B-20A2-46DE-94AA-7215804540FB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E7514DC6-F483-4E49-A133-19A2A56112A0}" type="pres">
      <dgm:prSet presAssocID="{2CFDA04B-20A2-46DE-94AA-7215804540FB}" presName="parentText" presStyleLbl="node1" presStyleIdx="1" presStyleCnt="3" custScaleX="10900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C03A27-4F32-43FA-8897-B9144C0DC630}" type="pres">
      <dgm:prSet presAssocID="{2CFDA04B-20A2-46DE-94AA-7215804540FB}" presName="negativeSpace" presStyleCnt="0"/>
      <dgm:spPr/>
    </dgm:pt>
    <dgm:pt modelId="{54C2ECDF-9315-475B-B64E-B7CF664F0E21}" type="pres">
      <dgm:prSet presAssocID="{2CFDA04B-20A2-46DE-94AA-7215804540FB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DF9089-B4F9-4D4F-910B-EA94EF3587EF}" type="pres">
      <dgm:prSet presAssocID="{13F33160-B181-4BF9-99D7-AB50B303E5AE}" presName="spaceBetweenRectangles" presStyleCnt="0"/>
      <dgm:spPr/>
    </dgm:pt>
    <dgm:pt modelId="{75FBBF49-0303-43E9-99E5-8E5FE89529C7}" type="pres">
      <dgm:prSet presAssocID="{A2F752CC-088F-4066-9BFF-C84AC3C74D2B}" presName="parentLin" presStyleCnt="0"/>
      <dgm:spPr/>
    </dgm:pt>
    <dgm:pt modelId="{C666C5F1-77DD-4295-961F-3312E1E0B68E}" type="pres">
      <dgm:prSet presAssocID="{A2F752CC-088F-4066-9BFF-C84AC3C74D2B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0E2C3263-69E4-4CA7-89F2-6F70D4F07885}" type="pres">
      <dgm:prSet presAssocID="{A2F752CC-088F-4066-9BFF-C84AC3C74D2B}" presName="parentText" presStyleLbl="node1" presStyleIdx="2" presStyleCnt="3" custScaleX="10900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928976-FA1D-4A4F-9A48-9545030A511E}" type="pres">
      <dgm:prSet presAssocID="{A2F752CC-088F-4066-9BFF-C84AC3C74D2B}" presName="negativeSpace" presStyleCnt="0"/>
      <dgm:spPr/>
    </dgm:pt>
    <dgm:pt modelId="{8CFFADDE-08F1-476D-923D-FDFD3832555E}" type="pres">
      <dgm:prSet presAssocID="{A2F752CC-088F-4066-9BFF-C84AC3C74D2B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AA3BE5E-3432-4146-AF9B-0AC3EEE8E4F3}" type="presOf" srcId="{ADCBF4FC-4326-4904-B3A0-1F1262B366F3}" destId="{F3535C91-589B-43A5-B496-E1E9C53749F4}" srcOrd="1" destOrd="0" presId="urn:microsoft.com/office/officeart/2005/8/layout/list1"/>
    <dgm:cxn modelId="{CAAD286C-D925-4963-989B-8FF43E6FE089}" type="presOf" srcId="{2CFDA04B-20A2-46DE-94AA-7215804540FB}" destId="{E7514DC6-F483-4E49-A133-19A2A56112A0}" srcOrd="1" destOrd="0" presId="urn:microsoft.com/office/officeart/2005/8/layout/list1"/>
    <dgm:cxn modelId="{104F2112-4ED4-433E-BB0C-A6D6E89658E6}" srcId="{2CFDA04B-20A2-46DE-94AA-7215804540FB}" destId="{4998B1CF-F7F7-4992-B3B9-00315FF59984}" srcOrd="0" destOrd="0" parTransId="{F423FF24-5D89-4947-8386-40A64F9B2F33}" sibTransId="{22E6F37A-DC78-43F4-94B4-4DC66CC86D1C}"/>
    <dgm:cxn modelId="{634C2E4D-43CA-4CB5-B229-13BD1F03BFA6}" srcId="{ADCBF4FC-4326-4904-B3A0-1F1262B366F3}" destId="{11890CCA-2519-4260-8E0F-2578EB70DE70}" srcOrd="0" destOrd="0" parTransId="{FE16D332-031A-4EC0-9C88-3486FBA17A6F}" sibTransId="{42B5D483-F645-4536-A0FD-FAB8675943B4}"/>
    <dgm:cxn modelId="{0DF0FDE0-E692-4D60-AF02-CA862EDEEAC9}" srcId="{395BEE37-9C3F-4012-AADF-43D388BC5358}" destId="{ADCBF4FC-4326-4904-B3A0-1F1262B366F3}" srcOrd="0" destOrd="0" parTransId="{1FB4072B-B74D-4F43-A64B-A8422B90E5EE}" sibTransId="{8E8D82E2-A3A6-42C5-829F-4CAFE3CA5123}"/>
    <dgm:cxn modelId="{4E40F063-56BA-4227-8335-A88F21C22372}" type="presOf" srcId="{11890CCA-2519-4260-8E0F-2578EB70DE70}" destId="{AF093D44-2C9A-40E8-86D0-B0F6CBE0F728}" srcOrd="0" destOrd="0" presId="urn:microsoft.com/office/officeart/2005/8/layout/list1"/>
    <dgm:cxn modelId="{F09B2B79-4F68-448F-AD2E-A7F44B5190E1}" type="presOf" srcId="{A2F752CC-088F-4066-9BFF-C84AC3C74D2B}" destId="{C666C5F1-77DD-4295-961F-3312E1E0B68E}" srcOrd="0" destOrd="0" presId="urn:microsoft.com/office/officeart/2005/8/layout/list1"/>
    <dgm:cxn modelId="{4FC8E361-2060-467D-9A55-9403BAE32F4E}" type="presOf" srcId="{FB1B046B-56AE-4C0D-81CE-FE3060266571}" destId="{8CFFADDE-08F1-476D-923D-FDFD3832555E}" srcOrd="0" destOrd="0" presId="urn:microsoft.com/office/officeart/2005/8/layout/list1"/>
    <dgm:cxn modelId="{0C758D42-DA58-4DEE-B832-9CBA7F95FFDF}" type="presOf" srcId="{4998B1CF-F7F7-4992-B3B9-00315FF59984}" destId="{54C2ECDF-9315-475B-B64E-B7CF664F0E21}" srcOrd="0" destOrd="0" presId="urn:microsoft.com/office/officeart/2005/8/layout/list1"/>
    <dgm:cxn modelId="{8124A863-5B98-4760-88EE-3FCA31046B3C}" type="presOf" srcId="{ADCBF4FC-4326-4904-B3A0-1F1262B366F3}" destId="{B38772E9-7253-4A46-A9E1-2A6A7ED09C54}" srcOrd="0" destOrd="0" presId="urn:microsoft.com/office/officeart/2005/8/layout/list1"/>
    <dgm:cxn modelId="{78C6C2F9-E836-4892-9AD0-F0A1B1790CE7}" type="presOf" srcId="{2CFDA04B-20A2-46DE-94AA-7215804540FB}" destId="{D5797AB5-39CE-4175-9268-05AC1CA63C2B}" srcOrd="0" destOrd="0" presId="urn:microsoft.com/office/officeart/2005/8/layout/list1"/>
    <dgm:cxn modelId="{58770B48-31CA-4060-8653-97B414ADEF54}" srcId="{A2F752CC-088F-4066-9BFF-C84AC3C74D2B}" destId="{FB1B046B-56AE-4C0D-81CE-FE3060266571}" srcOrd="0" destOrd="0" parTransId="{431C89AA-747D-4D68-B9AB-012084CAD301}" sibTransId="{AFBAAB7F-DD04-4C75-B447-F723BD6391EC}"/>
    <dgm:cxn modelId="{AB2D33A6-117A-4267-AF3A-FB651C6B94E2}" srcId="{395BEE37-9C3F-4012-AADF-43D388BC5358}" destId="{A2F752CC-088F-4066-9BFF-C84AC3C74D2B}" srcOrd="2" destOrd="0" parTransId="{F2597E43-5088-47C8-9C1E-C2267DEFFDD7}" sibTransId="{B6B7350B-AE24-4990-A0CB-A46F9060D297}"/>
    <dgm:cxn modelId="{BFAA08D6-C67C-4533-8A4E-605C0EBE87E5}" type="presOf" srcId="{395BEE37-9C3F-4012-AADF-43D388BC5358}" destId="{2C920069-98FB-4611-A181-3FB0A890D2B6}" srcOrd="0" destOrd="0" presId="urn:microsoft.com/office/officeart/2005/8/layout/list1"/>
    <dgm:cxn modelId="{B8FB13C9-F6CC-49C4-B660-7F1197789C7B}" srcId="{395BEE37-9C3F-4012-AADF-43D388BC5358}" destId="{2CFDA04B-20A2-46DE-94AA-7215804540FB}" srcOrd="1" destOrd="0" parTransId="{2BD5A113-67A3-4D8F-B3FB-765EB8064F55}" sibTransId="{13F33160-B181-4BF9-99D7-AB50B303E5AE}"/>
    <dgm:cxn modelId="{BFCE91DA-2113-4EBC-8B13-74F96230AC5F}" type="presOf" srcId="{A2F752CC-088F-4066-9BFF-C84AC3C74D2B}" destId="{0E2C3263-69E4-4CA7-89F2-6F70D4F07885}" srcOrd="1" destOrd="0" presId="urn:microsoft.com/office/officeart/2005/8/layout/list1"/>
    <dgm:cxn modelId="{BF9A56C7-D17E-42DD-B5E2-2B800F001649}" type="presParOf" srcId="{2C920069-98FB-4611-A181-3FB0A890D2B6}" destId="{5A498CB6-D75D-4F74-865C-79232B75F33D}" srcOrd="0" destOrd="0" presId="urn:microsoft.com/office/officeart/2005/8/layout/list1"/>
    <dgm:cxn modelId="{CAC7A2E6-A3F0-40B7-90A0-3857A91D7700}" type="presParOf" srcId="{5A498CB6-D75D-4F74-865C-79232B75F33D}" destId="{B38772E9-7253-4A46-A9E1-2A6A7ED09C54}" srcOrd="0" destOrd="0" presId="urn:microsoft.com/office/officeart/2005/8/layout/list1"/>
    <dgm:cxn modelId="{572539A2-1507-4B0F-B948-9681E12EB6F7}" type="presParOf" srcId="{5A498CB6-D75D-4F74-865C-79232B75F33D}" destId="{F3535C91-589B-43A5-B496-E1E9C53749F4}" srcOrd="1" destOrd="0" presId="urn:microsoft.com/office/officeart/2005/8/layout/list1"/>
    <dgm:cxn modelId="{6D912559-EE67-49AD-8076-B6A5F1832007}" type="presParOf" srcId="{2C920069-98FB-4611-A181-3FB0A890D2B6}" destId="{9E8900F8-3806-4A1F-82F0-BBD8ADD4A7E7}" srcOrd="1" destOrd="0" presId="urn:microsoft.com/office/officeart/2005/8/layout/list1"/>
    <dgm:cxn modelId="{1684DAE1-F477-4135-979F-C2B5A41F5923}" type="presParOf" srcId="{2C920069-98FB-4611-A181-3FB0A890D2B6}" destId="{AF093D44-2C9A-40E8-86D0-B0F6CBE0F728}" srcOrd="2" destOrd="0" presId="urn:microsoft.com/office/officeart/2005/8/layout/list1"/>
    <dgm:cxn modelId="{48D7608B-3BF0-49D0-9B70-5794DBD71AD2}" type="presParOf" srcId="{2C920069-98FB-4611-A181-3FB0A890D2B6}" destId="{BA9A4E12-504E-4A62-95A5-F086977A1781}" srcOrd="3" destOrd="0" presId="urn:microsoft.com/office/officeart/2005/8/layout/list1"/>
    <dgm:cxn modelId="{E761AA10-7ED6-44DE-A37A-4FE8A7AE7CE0}" type="presParOf" srcId="{2C920069-98FB-4611-A181-3FB0A890D2B6}" destId="{BAE3D9F1-46B2-4725-B5EF-ED1CC4BEB454}" srcOrd="4" destOrd="0" presId="urn:microsoft.com/office/officeart/2005/8/layout/list1"/>
    <dgm:cxn modelId="{C910D9CD-D78F-45C8-B4A5-E648A29EF1A5}" type="presParOf" srcId="{BAE3D9F1-46B2-4725-B5EF-ED1CC4BEB454}" destId="{D5797AB5-39CE-4175-9268-05AC1CA63C2B}" srcOrd="0" destOrd="0" presId="urn:microsoft.com/office/officeart/2005/8/layout/list1"/>
    <dgm:cxn modelId="{B5CB890A-FFBD-4C5F-B2B1-29A8068EB487}" type="presParOf" srcId="{BAE3D9F1-46B2-4725-B5EF-ED1CC4BEB454}" destId="{E7514DC6-F483-4E49-A133-19A2A56112A0}" srcOrd="1" destOrd="0" presId="urn:microsoft.com/office/officeart/2005/8/layout/list1"/>
    <dgm:cxn modelId="{9206119D-6E44-4D20-802D-3277655021BE}" type="presParOf" srcId="{2C920069-98FB-4611-A181-3FB0A890D2B6}" destId="{1BC03A27-4F32-43FA-8897-B9144C0DC630}" srcOrd="5" destOrd="0" presId="urn:microsoft.com/office/officeart/2005/8/layout/list1"/>
    <dgm:cxn modelId="{5A57D1DA-E479-4225-BCF1-DAB4046924A9}" type="presParOf" srcId="{2C920069-98FB-4611-A181-3FB0A890D2B6}" destId="{54C2ECDF-9315-475B-B64E-B7CF664F0E21}" srcOrd="6" destOrd="0" presId="urn:microsoft.com/office/officeart/2005/8/layout/list1"/>
    <dgm:cxn modelId="{07D79E10-9BC5-49ED-A546-D78DFF6DE2BD}" type="presParOf" srcId="{2C920069-98FB-4611-A181-3FB0A890D2B6}" destId="{2DDF9089-B4F9-4D4F-910B-EA94EF3587EF}" srcOrd="7" destOrd="0" presId="urn:microsoft.com/office/officeart/2005/8/layout/list1"/>
    <dgm:cxn modelId="{5F3B6F74-F0FC-4A17-93CD-2348E3F804C9}" type="presParOf" srcId="{2C920069-98FB-4611-A181-3FB0A890D2B6}" destId="{75FBBF49-0303-43E9-99E5-8E5FE89529C7}" srcOrd="8" destOrd="0" presId="urn:microsoft.com/office/officeart/2005/8/layout/list1"/>
    <dgm:cxn modelId="{CAFA47B2-D2CB-4E52-848F-25C600283D4C}" type="presParOf" srcId="{75FBBF49-0303-43E9-99E5-8E5FE89529C7}" destId="{C666C5F1-77DD-4295-961F-3312E1E0B68E}" srcOrd="0" destOrd="0" presId="urn:microsoft.com/office/officeart/2005/8/layout/list1"/>
    <dgm:cxn modelId="{E2EDAAF3-4C81-480B-91EB-D6DE9D81F6C7}" type="presParOf" srcId="{75FBBF49-0303-43E9-99E5-8E5FE89529C7}" destId="{0E2C3263-69E4-4CA7-89F2-6F70D4F07885}" srcOrd="1" destOrd="0" presId="urn:microsoft.com/office/officeart/2005/8/layout/list1"/>
    <dgm:cxn modelId="{627B63BC-9EFA-4CCB-9EE1-982826341293}" type="presParOf" srcId="{2C920069-98FB-4611-A181-3FB0A890D2B6}" destId="{FE928976-FA1D-4A4F-9A48-9545030A511E}" srcOrd="9" destOrd="0" presId="urn:microsoft.com/office/officeart/2005/8/layout/list1"/>
    <dgm:cxn modelId="{65FF95A0-B3A5-4BC4-BB45-A05F1A47C1A9}" type="presParOf" srcId="{2C920069-98FB-4611-A181-3FB0A890D2B6}" destId="{8CFFADDE-08F1-476D-923D-FDFD3832555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95BEE37-9C3F-4012-AADF-43D388BC535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ADCBF4FC-4326-4904-B3A0-1F1262B366F3}">
      <dgm:prSet phldrT="[Текст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cookieEnabled</a:t>
          </a:r>
          <a:endParaRPr lang="ru-RU" sz="1800" b="1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1FB4072B-B74D-4F43-A64B-A8422B90E5EE}" type="parTrans" cxnId="{0DF0FDE0-E692-4D60-AF02-CA862EDEEAC9}">
      <dgm:prSet/>
      <dgm:spPr/>
      <dgm:t>
        <a:bodyPr/>
        <a:lstStyle/>
        <a:p>
          <a:endParaRPr lang="ru-RU"/>
        </a:p>
      </dgm:t>
    </dgm:pt>
    <dgm:pt modelId="{8E8D82E2-A3A6-42C5-829F-4CAFE3CA5123}" type="sibTrans" cxnId="{0DF0FDE0-E692-4D60-AF02-CA862EDEEAC9}">
      <dgm:prSet/>
      <dgm:spPr/>
      <dgm:t>
        <a:bodyPr/>
        <a:lstStyle/>
        <a:p>
          <a:endParaRPr lang="ru-RU"/>
        </a:p>
      </dgm:t>
    </dgm:pt>
    <dgm:pt modelId="{11890CCA-2519-4260-8E0F-2578EB70DE70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а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гар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cоокие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ёқилган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бўлса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ҳақиқий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қийматни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беради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акс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ҳолда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нотўғри</a:t>
          </a:r>
          <a:r>
            <a:rPr lang="uz-Cyrl-UZ" sz="16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16D332-031A-4EC0-9C88-3486FBA17A6F}" type="parTrans" cxnId="{634C2E4D-43CA-4CB5-B229-13BD1F03BFA6}">
      <dgm:prSet/>
      <dgm:spPr/>
      <dgm:t>
        <a:bodyPr/>
        <a:lstStyle/>
        <a:p>
          <a:endParaRPr lang="ru-RU"/>
        </a:p>
      </dgm:t>
    </dgm:pt>
    <dgm:pt modelId="{42B5D483-F645-4536-A0FD-FAB8675943B4}" type="sibTrans" cxnId="{634C2E4D-43CA-4CB5-B229-13BD1F03BFA6}">
      <dgm:prSet/>
      <dgm:spPr/>
      <dgm:t>
        <a:bodyPr/>
        <a:lstStyle/>
        <a:p>
          <a:endParaRPr lang="ru-RU"/>
        </a:p>
      </dgm:t>
    </dgm:pt>
    <dgm:pt modelId="{2CFDA04B-20A2-46DE-94AA-7215804540FB}">
      <dgm:prSet phldrT="[Текст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AppName</a:t>
          </a:r>
          <a:endParaRPr lang="ru-RU" sz="1800" b="1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2BD5A113-67A3-4D8F-B3FB-765EB8064F55}" type="parTrans" cxnId="{B8FB13C9-F6CC-49C4-B660-7F1197789C7B}">
      <dgm:prSet/>
      <dgm:spPr/>
      <dgm:t>
        <a:bodyPr/>
        <a:lstStyle/>
        <a:p>
          <a:endParaRPr lang="ru-RU"/>
        </a:p>
      </dgm:t>
    </dgm:pt>
    <dgm:pt modelId="{13F33160-B181-4BF9-99D7-AB50B303E5AE}" type="sibTrans" cxnId="{B8FB13C9-F6CC-49C4-B660-7F1197789C7B}">
      <dgm:prSet/>
      <dgm:spPr/>
      <dgm:t>
        <a:bodyPr/>
        <a:lstStyle/>
        <a:p>
          <a:endParaRPr lang="ru-RU"/>
        </a:p>
      </dgm:t>
    </dgm:pt>
    <dgm:pt modelId="{4998B1CF-F7F7-4992-B3B9-00315FF59984}">
      <dgm:prSet phldrT="[Текст]" custT="1"/>
      <dgm:spPr/>
      <dgm:t>
        <a:bodyPr/>
        <a:lstStyle/>
        <a:p>
          <a:pPr algn="l"/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браузернинг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илова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номини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қайтаради</a:t>
          </a:r>
          <a:endParaRPr lang="ru-RU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23FF24-5D89-4947-8386-40A64F9B2F33}" type="parTrans" cxnId="{104F2112-4ED4-433E-BB0C-A6D6E89658E6}">
      <dgm:prSet/>
      <dgm:spPr/>
      <dgm:t>
        <a:bodyPr/>
        <a:lstStyle/>
        <a:p>
          <a:endParaRPr lang="ru-RU"/>
        </a:p>
      </dgm:t>
    </dgm:pt>
    <dgm:pt modelId="{22E6F37A-DC78-43F4-94B4-4DC66CC86D1C}" type="sibTrans" cxnId="{104F2112-4ED4-433E-BB0C-A6D6E89658E6}">
      <dgm:prSet/>
      <dgm:spPr/>
      <dgm:t>
        <a:bodyPr/>
        <a:lstStyle/>
        <a:p>
          <a:endParaRPr lang="ru-RU"/>
        </a:p>
      </dgm:t>
    </dgm:pt>
    <dgm:pt modelId="{A2F752CC-088F-4066-9BFF-C84AC3C74D2B}">
      <dgm:prSet phldrT="[Текст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AppCodeName</a:t>
          </a:r>
          <a:endParaRPr lang="ru-RU" sz="1800" b="1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F2597E43-5088-47C8-9C1E-C2267DEFFDD7}" type="parTrans" cxnId="{AB2D33A6-117A-4267-AF3A-FB651C6B94E2}">
      <dgm:prSet/>
      <dgm:spPr/>
      <dgm:t>
        <a:bodyPr/>
        <a:lstStyle/>
        <a:p>
          <a:endParaRPr lang="ru-RU"/>
        </a:p>
      </dgm:t>
    </dgm:pt>
    <dgm:pt modelId="{B6B7350B-AE24-4990-A0CB-A46F9060D297}" type="sibTrans" cxnId="{AB2D33A6-117A-4267-AF3A-FB651C6B94E2}">
      <dgm:prSet/>
      <dgm:spPr/>
      <dgm:t>
        <a:bodyPr/>
        <a:lstStyle/>
        <a:p>
          <a:endParaRPr lang="ru-RU"/>
        </a:p>
      </dgm:t>
    </dgm:pt>
    <dgm:pt modelId="{FB1B046B-56AE-4C0D-81CE-FE3060266571}">
      <dgm:prSet phldrT="[Текст]" custT="1"/>
      <dgm:spPr/>
      <dgm:t>
        <a:bodyPr/>
        <a:lstStyle/>
        <a:p>
          <a:pPr algn="l" rtl="0"/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браузернинг</a:t>
          </a:r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дастур</a:t>
          </a:r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код</a:t>
          </a:r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номини</a:t>
          </a:r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қайтаради</a:t>
          </a:r>
          <a:r>
            <a:rPr lang="uz-Cyrl-UZ" sz="20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1C89AA-747D-4D68-B9AB-012084CAD301}" type="parTrans" cxnId="{58770B48-31CA-4060-8653-97B414ADEF54}">
      <dgm:prSet/>
      <dgm:spPr/>
      <dgm:t>
        <a:bodyPr/>
        <a:lstStyle/>
        <a:p>
          <a:endParaRPr lang="ru-RU"/>
        </a:p>
      </dgm:t>
    </dgm:pt>
    <dgm:pt modelId="{AFBAAB7F-DD04-4C75-B447-F723BD6391EC}" type="sibTrans" cxnId="{58770B48-31CA-4060-8653-97B414ADEF54}">
      <dgm:prSet/>
      <dgm:spPr/>
      <dgm:t>
        <a:bodyPr/>
        <a:lstStyle/>
        <a:p>
          <a:endParaRPr lang="ru-RU"/>
        </a:p>
      </dgm:t>
    </dgm:pt>
    <dgm:pt modelId="{185F2D0C-5D2E-4B59-A0BA-BF9F8FCB4A08}">
      <dgm:prSet phldrT="[Текст]" custT="1"/>
      <dgm:spPr/>
      <dgm:t>
        <a:bodyPr/>
        <a:lstStyle/>
        <a:p>
          <a:pPr algn="l" rtl="0">
            <a:lnSpc>
              <a:spcPct val="100000"/>
            </a:lnSpc>
            <a:spcAft>
              <a:spcPts val="0"/>
            </a:spcAft>
          </a:pP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Product</a:t>
          </a:r>
          <a:endParaRPr lang="ru-RU" sz="1800" b="1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B3E6DA9B-125C-42C0-95D1-A7409A63F73A}" type="parTrans" cxnId="{870892FE-9756-43A9-AE96-CFCBB5A39EB7}">
      <dgm:prSet/>
      <dgm:spPr/>
      <dgm:t>
        <a:bodyPr/>
        <a:lstStyle/>
        <a:p>
          <a:endParaRPr lang="ru-RU"/>
        </a:p>
      </dgm:t>
    </dgm:pt>
    <dgm:pt modelId="{F45D9366-8F52-4FF0-B148-13FD4F561300}" type="sibTrans" cxnId="{870892FE-9756-43A9-AE96-CFCBB5A39EB7}">
      <dgm:prSet/>
      <dgm:spPr/>
      <dgm:t>
        <a:bodyPr/>
        <a:lstStyle/>
        <a:p>
          <a:endParaRPr lang="ru-RU"/>
        </a:p>
      </dgm:t>
    </dgm:pt>
    <dgm:pt modelId="{19F7F88B-AACB-48C0-8FE1-5666CA854CB1}">
      <dgm:prSet phldrT="[Текст]" custT="1"/>
      <dgm:spPr/>
      <dgm:t>
        <a:bodyPr/>
        <a:lstStyle/>
        <a:p>
          <a:pPr algn="l" rtl="0"/>
          <a:r>
            <a:rPr lang="uz-Cyrl-UZ" sz="2000" dirty="0" smtClean="0">
              <a:latin typeface="Times New Roman" pitchFamily="18" charset="0"/>
              <a:cs typeface="Times New Roman" pitchFamily="18" charset="0"/>
            </a:rPr>
            <a:t>браузер механизмининг маҳсулот номини қайтаради</a:t>
          </a:r>
          <a:endParaRPr lang="ru-RU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47E69B-99AB-44D1-A00F-28AAC4D5A425}" type="parTrans" cxnId="{88393EBC-8BFE-45EA-A096-537672EBCF42}">
      <dgm:prSet/>
      <dgm:spPr/>
      <dgm:t>
        <a:bodyPr/>
        <a:lstStyle/>
        <a:p>
          <a:endParaRPr lang="ru-RU"/>
        </a:p>
      </dgm:t>
    </dgm:pt>
    <dgm:pt modelId="{97AE5B43-3C26-469C-A082-22DCDE4A71C7}" type="sibTrans" cxnId="{88393EBC-8BFE-45EA-A096-537672EBCF42}">
      <dgm:prSet/>
      <dgm:spPr/>
      <dgm:t>
        <a:bodyPr/>
        <a:lstStyle/>
        <a:p>
          <a:endParaRPr lang="ru-RU"/>
        </a:p>
      </dgm:t>
    </dgm:pt>
    <dgm:pt modelId="{649E8BA8-2CBA-4903-AE3D-68B7DF1B744A}">
      <dgm:prSet phldrT="[Текст]" custT="1"/>
      <dgm:spPr/>
      <dgm:t>
        <a:bodyPr/>
        <a:lstStyle/>
        <a:p>
          <a:pPr algn="l" rtl="0">
            <a:lnSpc>
              <a:spcPct val="100000"/>
            </a:lnSpc>
            <a:spcAft>
              <a:spcPts val="0"/>
            </a:spcAft>
          </a:pP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AppVersion</a:t>
          </a:r>
          <a:endParaRPr lang="ru-RU" sz="1800" b="1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832F6CC1-4EF8-4130-B873-2EA3A2EA4E64}" type="parTrans" cxnId="{95C70858-D254-498A-9C53-D32C19D85FF8}">
      <dgm:prSet/>
      <dgm:spPr/>
      <dgm:t>
        <a:bodyPr/>
        <a:lstStyle/>
        <a:p>
          <a:endParaRPr lang="ru-RU"/>
        </a:p>
      </dgm:t>
    </dgm:pt>
    <dgm:pt modelId="{B926D845-264E-475A-A86A-E734549706F2}" type="sibTrans" cxnId="{95C70858-D254-498A-9C53-D32C19D85FF8}">
      <dgm:prSet/>
      <dgm:spPr/>
      <dgm:t>
        <a:bodyPr/>
        <a:lstStyle/>
        <a:p>
          <a:endParaRPr lang="ru-RU"/>
        </a:p>
      </dgm:t>
    </dgm:pt>
    <dgm:pt modelId="{60A63D44-67B3-4C4F-852E-E94A21631948}">
      <dgm:prSet phldrT="[Текст]" custT="1"/>
      <dgm:spPr/>
      <dgm:t>
        <a:bodyPr/>
        <a:lstStyle/>
        <a:p>
          <a:pPr algn="l" rtl="0"/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браузер</a:t>
          </a:r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ҳақидаги</a:t>
          </a:r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версия</a:t>
          </a:r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маълумотларини</a:t>
          </a:r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dirty="0" err="1" smtClean="0">
              <a:latin typeface="Times New Roman" pitchFamily="18" charset="0"/>
              <a:cs typeface="Times New Roman" pitchFamily="18" charset="0"/>
            </a:rPr>
            <a:t>қайтаради</a:t>
          </a:r>
          <a:r>
            <a:rPr lang="uz-Cyrl-UZ" sz="20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F20BF0-7C5D-4020-8577-20874345C868}" type="parTrans" cxnId="{9F75D405-987E-423D-9EBB-166F47AFE4A0}">
      <dgm:prSet/>
      <dgm:spPr/>
      <dgm:t>
        <a:bodyPr/>
        <a:lstStyle/>
        <a:p>
          <a:endParaRPr lang="ru-RU"/>
        </a:p>
      </dgm:t>
    </dgm:pt>
    <dgm:pt modelId="{116659A1-78A7-4F48-BC8A-E9FC0683284E}" type="sibTrans" cxnId="{9F75D405-987E-423D-9EBB-166F47AFE4A0}">
      <dgm:prSet/>
      <dgm:spPr/>
      <dgm:t>
        <a:bodyPr/>
        <a:lstStyle/>
        <a:p>
          <a:endParaRPr lang="ru-RU"/>
        </a:p>
      </dgm:t>
    </dgm:pt>
    <dgm:pt modelId="{2C920069-98FB-4611-A181-3FB0A890D2B6}" type="pres">
      <dgm:prSet presAssocID="{395BEE37-9C3F-4012-AADF-43D388BC535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A498CB6-D75D-4F74-865C-79232B75F33D}" type="pres">
      <dgm:prSet presAssocID="{ADCBF4FC-4326-4904-B3A0-1F1262B366F3}" presName="parentLin" presStyleCnt="0"/>
      <dgm:spPr/>
    </dgm:pt>
    <dgm:pt modelId="{B38772E9-7253-4A46-A9E1-2A6A7ED09C54}" type="pres">
      <dgm:prSet presAssocID="{ADCBF4FC-4326-4904-B3A0-1F1262B366F3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F3535C91-589B-43A5-B496-E1E9C53749F4}" type="pres">
      <dgm:prSet presAssocID="{ADCBF4FC-4326-4904-B3A0-1F1262B366F3}" presName="parentText" presStyleLbl="node1" presStyleIdx="0" presStyleCnt="5" custScaleX="109004" custScaleY="15098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8900F8-3806-4A1F-82F0-BBD8ADD4A7E7}" type="pres">
      <dgm:prSet presAssocID="{ADCBF4FC-4326-4904-B3A0-1F1262B366F3}" presName="negativeSpace" presStyleCnt="0"/>
      <dgm:spPr/>
    </dgm:pt>
    <dgm:pt modelId="{AF093D44-2C9A-40E8-86D0-B0F6CBE0F728}" type="pres">
      <dgm:prSet presAssocID="{ADCBF4FC-4326-4904-B3A0-1F1262B366F3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9A4E12-504E-4A62-95A5-F086977A1781}" type="pres">
      <dgm:prSet presAssocID="{8E8D82E2-A3A6-42C5-829F-4CAFE3CA5123}" presName="spaceBetweenRectangles" presStyleCnt="0"/>
      <dgm:spPr/>
    </dgm:pt>
    <dgm:pt modelId="{BAE3D9F1-46B2-4725-B5EF-ED1CC4BEB454}" type="pres">
      <dgm:prSet presAssocID="{2CFDA04B-20A2-46DE-94AA-7215804540FB}" presName="parentLin" presStyleCnt="0"/>
      <dgm:spPr/>
    </dgm:pt>
    <dgm:pt modelId="{D5797AB5-39CE-4175-9268-05AC1CA63C2B}" type="pres">
      <dgm:prSet presAssocID="{2CFDA04B-20A2-46DE-94AA-7215804540FB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E7514DC6-F483-4E49-A133-19A2A56112A0}" type="pres">
      <dgm:prSet presAssocID="{2CFDA04B-20A2-46DE-94AA-7215804540FB}" presName="parentText" presStyleLbl="node1" presStyleIdx="1" presStyleCnt="5" custScaleX="109004" custScaleY="16783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C03A27-4F32-43FA-8897-B9144C0DC630}" type="pres">
      <dgm:prSet presAssocID="{2CFDA04B-20A2-46DE-94AA-7215804540FB}" presName="negativeSpace" presStyleCnt="0"/>
      <dgm:spPr/>
    </dgm:pt>
    <dgm:pt modelId="{54C2ECDF-9315-475B-B64E-B7CF664F0E21}" type="pres">
      <dgm:prSet presAssocID="{2CFDA04B-20A2-46DE-94AA-7215804540FB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DF9089-B4F9-4D4F-910B-EA94EF3587EF}" type="pres">
      <dgm:prSet presAssocID="{13F33160-B181-4BF9-99D7-AB50B303E5AE}" presName="spaceBetweenRectangles" presStyleCnt="0"/>
      <dgm:spPr/>
    </dgm:pt>
    <dgm:pt modelId="{75FBBF49-0303-43E9-99E5-8E5FE89529C7}" type="pres">
      <dgm:prSet presAssocID="{A2F752CC-088F-4066-9BFF-C84AC3C74D2B}" presName="parentLin" presStyleCnt="0"/>
      <dgm:spPr/>
    </dgm:pt>
    <dgm:pt modelId="{C666C5F1-77DD-4295-961F-3312E1E0B68E}" type="pres">
      <dgm:prSet presAssocID="{A2F752CC-088F-4066-9BFF-C84AC3C74D2B}" presName="parentLeftMargin" presStyleLbl="node1" presStyleIdx="1" presStyleCnt="5"/>
      <dgm:spPr/>
      <dgm:t>
        <a:bodyPr/>
        <a:lstStyle/>
        <a:p>
          <a:endParaRPr lang="ru-RU"/>
        </a:p>
      </dgm:t>
    </dgm:pt>
    <dgm:pt modelId="{0E2C3263-69E4-4CA7-89F2-6F70D4F07885}" type="pres">
      <dgm:prSet presAssocID="{A2F752CC-088F-4066-9BFF-C84AC3C74D2B}" presName="parentText" presStyleLbl="node1" presStyleIdx="2" presStyleCnt="5" custScaleX="109004" custScaleY="14994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928976-FA1D-4A4F-9A48-9545030A511E}" type="pres">
      <dgm:prSet presAssocID="{A2F752CC-088F-4066-9BFF-C84AC3C74D2B}" presName="negativeSpace" presStyleCnt="0"/>
      <dgm:spPr/>
    </dgm:pt>
    <dgm:pt modelId="{8CFFADDE-08F1-476D-923D-FDFD3832555E}" type="pres">
      <dgm:prSet presAssocID="{A2F752CC-088F-4066-9BFF-C84AC3C74D2B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C6FDCF-0208-4104-8671-0BFED492133F}" type="pres">
      <dgm:prSet presAssocID="{B6B7350B-AE24-4990-A0CB-A46F9060D297}" presName="spaceBetweenRectangles" presStyleCnt="0"/>
      <dgm:spPr/>
    </dgm:pt>
    <dgm:pt modelId="{04AFC418-8C00-4F8C-B300-332B8C4A0524}" type="pres">
      <dgm:prSet presAssocID="{185F2D0C-5D2E-4B59-A0BA-BF9F8FCB4A08}" presName="parentLin" presStyleCnt="0"/>
      <dgm:spPr/>
    </dgm:pt>
    <dgm:pt modelId="{719CD37D-02A0-410C-8868-74994713F98F}" type="pres">
      <dgm:prSet presAssocID="{185F2D0C-5D2E-4B59-A0BA-BF9F8FCB4A08}" presName="parentLeftMargin" presStyleLbl="node1" presStyleIdx="2" presStyleCnt="5"/>
      <dgm:spPr/>
      <dgm:t>
        <a:bodyPr/>
        <a:lstStyle/>
        <a:p>
          <a:endParaRPr lang="ru-RU"/>
        </a:p>
      </dgm:t>
    </dgm:pt>
    <dgm:pt modelId="{B0EB3C13-E3D9-43B6-8792-AE1D2CC9852D}" type="pres">
      <dgm:prSet presAssocID="{185F2D0C-5D2E-4B59-A0BA-BF9F8FCB4A08}" presName="parentText" presStyleLbl="node1" presStyleIdx="3" presStyleCnt="5" custScaleX="109604" custScaleY="21625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2775FF-D8B4-4743-8A07-486B29E4D903}" type="pres">
      <dgm:prSet presAssocID="{185F2D0C-5D2E-4B59-A0BA-BF9F8FCB4A08}" presName="negativeSpace" presStyleCnt="0"/>
      <dgm:spPr/>
    </dgm:pt>
    <dgm:pt modelId="{D4772B0F-C400-4938-B139-E69880D3826C}" type="pres">
      <dgm:prSet presAssocID="{185F2D0C-5D2E-4B59-A0BA-BF9F8FCB4A08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51EDFD-EB97-411F-9455-5E41CE370787}" type="pres">
      <dgm:prSet presAssocID="{F45D9366-8F52-4FF0-B148-13FD4F561300}" presName="spaceBetweenRectangles" presStyleCnt="0"/>
      <dgm:spPr/>
    </dgm:pt>
    <dgm:pt modelId="{59BF0863-BB26-457B-985A-9BD5E7CBAFBF}" type="pres">
      <dgm:prSet presAssocID="{649E8BA8-2CBA-4903-AE3D-68B7DF1B744A}" presName="parentLin" presStyleCnt="0"/>
      <dgm:spPr/>
    </dgm:pt>
    <dgm:pt modelId="{E91608CF-A468-4285-A81D-3F8BDCEA7C3C}" type="pres">
      <dgm:prSet presAssocID="{649E8BA8-2CBA-4903-AE3D-68B7DF1B744A}" presName="parentLeftMargin" presStyleLbl="node1" presStyleIdx="3" presStyleCnt="5"/>
      <dgm:spPr/>
      <dgm:t>
        <a:bodyPr/>
        <a:lstStyle/>
        <a:p>
          <a:endParaRPr lang="ru-RU"/>
        </a:p>
      </dgm:t>
    </dgm:pt>
    <dgm:pt modelId="{828B9D3D-5529-4AB5-8A71-BACAAF44ABA7}" type="pres">
      <dgm:prSet presAssocID="{649E8BA8-2CBA-4903-AE3D-68B7DF1B744A}" presName="parentText" presStyleLbl="node1" presStyleIdx="4" presStyleCnt="5" custScaleX="109603" custScaleY="12684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21936B-4E9C-4E0D-A3CA-D7446BA74446}" type="pres">
      <dgm:prSet presAssocID="{649E8BA8-2CBA-4903-AE3D-68B7DF1B744A}" presName="negativeSpace" presStyleCnt="0"/>
      <dgm:spPr/>
    </dgm:pt>
    <dgm:pt modelId="{D231BF53-03BD-4276-AE47-0890ACDE7BCB}" type="pres">
      <dgm:prSet presAssocID="{649E8BA8-2CBA-4903-AE3D-68B7DF1B744A}" presName="childText" presStyleLbl="conFgAcc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34C2E4D-43CA-4CB5-B229-13BD1F03BFA6}" srcId="{ADCBF4FC-4326-4904-B3A0-1F1262B366F3}" destId="{11890CCA-2519-4260-8E0F-2578EB70DE70}" srcOrd="0" destOrd="0" parTransId="{FE16D332-031A-4EC0-9C88-3486FBA17A6F}" sibTransId="{42B5D483-F645-4536-A0FD-FAB8675943B4}"/>
    <dgm:cxn modelId="{36785445-ECE1-429C-8062-2754B46DDC5F}" type="presOf" srcId="{649E8BA8-2CBA-4903-AE3D-68B7DF1B744A}" destId="{828B9D3D-5529-4AB5-8A71-BACAAF44ABA7}" srcOrd="1" destOrd="0" presId="urn:microsoft.com/office/officeart/2005/8/layout/list1"/>
    <dgm:cxn modelId="{89ECA8AC-4E93-413E-AC24-D90D30BAE47C}" type="presOf" srcId="{ADCBF4FC-4326-4904-B3A0-1F1262B366F3}" destId="{F3535C91-589B-43A5-B496-E1E9C53749F4}" srcOrd="1" destOrd="0" presId="urn:microsoft.com/office/officeart/2005/8/layout/list1"/>
    <dgm:cxn modelId="{E1B82C84-2C8B-4728-A118-65CD6162FB2E}" type="presOf" srcId="{395BEE37-9C3F-4012-AADF-43D388BC5358}" destId="{2C920069-98FB-4611-A181-3FB0A890D2B6}" srcOrd="0" destOrd="0" presId="urn:microsoft.com/office/officeart/2005/8/layout/list1"/>
    <dgm:cxn modelId="{B0678947-2C8F-461F-96E5-16A61D2ABDF2}" type="presOf" srcId="{A2F752CC-088F-4066-9BFF-C84AC3C74D2B}" destId="{0E2C3263-69E4-4CA7-89F2-6F70D4F07885}" srcOrd="1" destOrd="0" presId="urn:microsoft.com/office/officeart/2005/8/layout/list1"/>
    <dgm:cxn modelId="{3E4601CE-AF24-4602-8722-BE1760270F29}" type="presOf" srcId="{A2F752CC-088F-4066-9BFF-C84AC3C74D2B}" destId="{C666C5F1-77DD-4295-961F-3312E1E0B68E}" srcOrd="0" destOrd="0" presId="urn:microsoft.com/office/officeart/2005/8/layout/list1"/>
    <dgm:cxn modelId="{0DF0FDE0-E692-4D60-AF02-CA862EDEEAC9}" srcId="{395BEE37-9C3F-4012-AADF-43D388BC5358}" destId="{ADCBF4FC-4326-4904-B3A0-1F1262B366F3}" srcOrd="0" destOrd="0" parTransId="{1FB4072B-B74D-4F43-A64B-A8422B90E5EE}" sibTransId="{8E8D82E2-A3A6-42C5-829F-4CAFE3CA5123}"/>
    <dgm:cxn modelId="{92E51F1E-960A-4126-8142-AA44A4DE0945}" type="presOf" srcId="{19F7F88B-AACB-48C0-8FE1-5666CA854CB1}" destId="{D4772B0F-C400-4938-B139-E69880D3826C}" srcOrd="0" destOrd="0" presId="urn:microsoft.com/office/officeart/2005/8/layout/list1"/>
    <dgm:cxn modelId="{24D65557-090B-4E0B-83F0-6A1B5D85839A}" type="presOf" srcId="{185F2D0C-5D2E-4B59-A0BA-BF9F8FCB4A08}" destId="{719CD37D-02A0-410C-8868-74994713F98F}" srcOrd="0" destOrd="0" presId="urn:microsoft.com/office/officeart/2005/8/layout/list1"/>
    <dgm:cxn modelId="{78165697-80B5-4113-86F5-AB1098039C4B}" type="presOf" srcId="{2CFDA04B-20A2-46DE-94AA-7215804540FB}" destId="{D5797AB5-39CE-4175-9268-05AC1CA63C2B}" srcOrd="0" destOrd="0" presId="urn:microsoft.com/office/officeart/2005/8/layout/list1"/>
    <dgm:cxn modelId="{95C70858-D254-498A-9C53-D32C19D85FF8}" srcId="{395BEE37-9C3F-4012-AADF-43D388BC5358}" destId="{649E8BA8-2CBA-4903-AE3D-68B7DF1B744A}" srcOrd="4" destOrd="0" parTransId="{832F6CC1-4EF8-4130-B873-2EA3A2EA4E64}" sibTransId="{B926D845-264E-475A-A86A-E734549706F2}"/>
    <dgm:cxn modelId="{AF560149-45D4-41F6-BA6F-378BF6782A3C}" type="presOf" srcId="{ADCBF4FC-4326-4904-B3A0-1F1262B366F3}" destId="{B38772E9-7253-4A46-A9E1-2A6A7ED09C54}" srcOrd="0" destOrd="0" presId="urn:microsoft.com/office/officeart/2005/8/layout/list1"/>
    <dgm:cxn modelId="{48404B15-B98F-4BE1-B8A1-611759AB2C2F}" type="presOf" srcId="{FB1B046B-56AE-4C0D-81CE-FE3060266571}" destId="{8CFFADDE-08F1-476D-923D-FDFD3832555E}" srcOrd="0" destOrd="0" presId="urn:microsoft.com/office/officeart/2005/8/layout/list1"/>
    <dgm:cxn modelId="{B8FB13C9-F6CC-49C4-B660-7F1197789C7B}" srcId="{395BEE37-9C3F-4012-AADF-43D388BC5358}" destId="{2CFDA04B-20A2-46DE-94AA-7215804540FB}" srcOrd="1" destOrd="0" parTransId="{2BD5A113-67A3-4D8F-B3FB-765EB8064F55}" sibTransId="{13F33160-B181-4BF9-99D7-AB50B303E5AE}"/>
    <dgm:cxn modelId="{9F75D405-987E-423D-9EBB-166F47AFE4A0}" srcId="{649E8BA8-2CBA-4903-AE3D-68B7DF1B744A}" destId="{60A63D44-67B3-4C4F-852E-E94A21631948}" srcOrd="0" destOrd="0" parTransId="{4DF20BF0-7C5D-4020-8577-20874345C868}" sibTransId="{116659A1-78A7-4F48-BC8A-E9FC0683284E}"/>
    <dgm:cxn modelId="{6938732B-331F-46D8-9E95-F50C5A22B3B3}" type="presOf" srcId="{2CFDA04B-20A2-46DE-94AA-7215804540FB}" destId="{E7514DC6-F483-4E49-A133-19A2A56112A0}" srcOrd="1" destOrd="0" presId="urn:microsoft.com/office/officeart/2005/8/layout/list1"/>
    <dgm:cxn modelId="{1BDD01F3-39B5-4FDC-A9FB-B2FD91AD3D50}" type="presOf" srcId="{649E8BA8-2CBA-4903-AE3D-68B7DF1B744A}" destId="{E91608CF-A468-4285-A81D-3F8BDCEA7C3C}" srcOrd="0" destOrd="0" presId="urn:microsoft.com/office/officeart/2005/8/layout/list1"/>
    <dgm:cxn modelId="{F53D5C95-28BD-4A79-A1E7-3BBED183799C}" type="presOf" srcId="{185F2D0C-5D2E-4B59-A0BA-BF9F8FCB4A08}" destId="{B0EB3C13-E3D9-43B6-8792-AE1D2CC9852D}" srcOrd="1" destOrd="0" presId="urn:microsoft.com/office/officeart/2005/8/layout/list1"/>
    <dgm:cxn modelId="{58770B48-31CA-4060-8653-97B414ADEF54}" srcId="{A2F752CC-088F-4066-9BFF-C84AC3C74D2B}" destId="{FB1B046B-56AE-4C0D-81CE-FE3060266571}" srcOrd="0" destOrd="0" parTransId="{431C89AA-747D-4D68-B9AB-012084CAD301}" sibTransId="{AFBAAB7F-DD04-4C75-B447-F723BD6391EC}"/>
    <dgm:cxn modelId="{870892FE-9756-43A9-AE96-CFCBB5A39EB7}" srcId="{395BEE37-9C3F-4012-AADF-43D388BC5358}" destId="{185F2D0C-5D2E-4B59-A0BA-BF9F8FCB4A08}" srcOrd="3" destOrd="0" parTransId="{B3E6DA9B-125C-42C0-95D1-A7409A63F73A}" sibTransId="{F45D9366-8F52-4FF0-B148-13FD4F561300}"/>
    <dgm:cxn modelId="{104F2112-4ED4-433E-BB0C-A6D6E89658E6}" srcId="{2CFDA04B-20A2-46DE-94AA-7215804540FB}" destId="{4998B1CF-F7F7-4992-B3B9-00315FF59984}" srcOrd="0" destOrd="0" parTransId="{F423FF24-5D89-4947-8386-40A64F9B2F33}" sibTransId="{22E6F37A-DC78-43F4-94B4-4DC66CC86D1C}"/>
    <dgm:cxn modelId="{88393EBC-8BFE-45EA-A096-537672EBCF42}" srcId="{185F2D0C-5D2E-4B59-A0BA-BF9F8FCB4A08}" destId="{19F7F88B-AACB-48C0-8FE1-5666CA854CB1}" srcOrd="0" destOrd="0" parTransId="{FF47E69B-99AB-44D1-A00F-28AAC4D5A425}" sibTransId="{97AE5B43-3C26-469C-A082-22DCDE4A71C7}"/>
    <dgm:cxn modelId="{93B6E294-19E2-4C51-82DE-460977103AFA}" type="presOf" srcId="{11890CCA-2519-4260-8E0F-2578EB70DE70}" destId="{AF093D44-2C9A-40E8-86D0-B0F6CBE0F728}" srcOrd="0" destOrd="0" presId="urn:microsoft.com/office/officeart/2005/8/layout/list1"/>
    <dgm:cxn modelId="{93F69BF0-4B92-450B-9182-2F498CA34B12}" type="presOf" srcId="{60A63D44-67B3-4C4F-852E-E94A21631948}" destId="{D231BF53-03BD-4276-AE47-0890ACDE7BCB}" srcOrd="0" destOrd="0" presId="urn:microsoft.com/office/officeart/2005/8/layout/list1"/>
    <dgm:cxn modelId="{AB2D33A6-117A-4267-AF3A-FB651C6B94E2}" srcId="{395BEE37-9C3F-4012-AADF-43D388BC5358}" destId="{A2F752CC-088F-4066-9BFF-C84AC3C74D2B}" srcOrd="2" destOrd="0" parTransId="{F2597E43-5088-47C8-9C1E-C2267DEFFDD7}" sibTransId="{B6B7350B-AE24-4990-A0CB-A46F9060D297}"/>
    <dgm:cxn modelId="{F13D0254-F855-4D6F-A8F1-F34AD86EC4F9}" type="presOf" srcId="{4998B1CF-F7F7-4992-B3B9-00315FF59984}" destId="{54C2ECDF-9315-475B-B64E-B7CF664F0E21}" srcOrd="0" destOrd="0" presId="urn:microsoft.com/office/officeart/2005/8/layout/list1"/>
    <dgm:cxn modelId="{5D77C7CB-7B36-4463-8F9E-1964AEFB5ECA}" type="presParOf" srcId="{2C920069-98FB-4611-A181-3FB0A890D2B6}" destId="{5A498CB6-D75D-4F74-865C-79232B75F33D}" srcOrd="0" destOrd="0" presId="urn:microsoft.com/office/officeart/2005/8/layout/list1"/>
    <dgm:cxn modelId="{13565BF4-007B-45E6-9DBD-89AF3CF63F78}" type="presParOf" srcId="{5A498CB6-D75D-4F74-865C-79232B75F33D}" destId="{B38772E9-7253-4A46-A9E1-2A6A7ED09C54}" srcOrd="0" destOrd="0" presId="urn:microsoft.com/office/officeart/2005/8/layout/list1"/>
    <dgm:cxn modelId="{5FD70E72-4713-40B8-9CAA-86A215366051}" type="presParOf" srcId="{5A498CB6-D75D-4F74-865C-79232B75F33D}" destId="{F3535C91-589B-43A5-B496-E1E9C53749F4}" srcOrd="1" destOrd="0" presId="urn:microsoft.com/office/officeart/2005/8/layout/list1"/>
    <dgm:cxn modelId="{AF742D7F-50A5-421B-AE4D-CFF445FA89AA}" type="presParOf" srcId="{2C920069-98FB-4611-A181-3FB0A890D2B6}" destId="{9E8900F8-3806-4A1F-82F0-BBD8ADD4A7E7}" srcOrd="1" destOrd="0" presId="urn:microsoft.com/office/officeart/2005/8/layout/list1"/>
    <dgm:cxn modelId="{3CFD15DC-F344-4948-A383-41117596F864}" type="presParOf" srcId="{2C920069-98FB-4611-A181-3FB0A890D2B6}" destId="{AF093D44-2C9A-40E8-86D0-B0F6CBE0F728}" srcOrd="2" destOrd="0" presId="urn:microsoft.com/office/officeart/2005/8/layout/list1"/>
    <dgm:cxn modelId="{221803A9-9AD2-45FF-B099-03B79774B958}" type="presParOf" srcId="{2C920069-98FB-4611-A181-3FB0A890D2B6}" destId="{BA9A4E12-504E-4A62-95A5-F086977A1781}" srcOrd="3" destOrd="0" presId="urn:microsoft.com/office/officeart/2005/8/layout/list1"/>
    <dgm:cxn modelId="{DFB8916A-EBB9-483C-B363-8269B9862EE0}" type="presParOf" srcId="{2C920069-98FB-4611-A181-3FB0A890D2B6}" destId="{BAE3D9F1-46B2-4725-B5EF-ED1CC4BEB454}" srcOrd="4" destOrd="0" presId="urn:microsoft.com/office/officeart/2005/8/layout/list1"/>
    <dgm:cxn modelId="{FDC4EBAD-5896-44A2-83A6-8ECDC2EAB2BA}" type="presParOf" srcId="{BAE3D9F1-46B2-4725-B5EF-ED1CC4BEB454}" destId="{D5797AB5-39CE-4175-9268-05AC1CA63C2B}" srcOrd="0" destOrd="0" presId="urn:microsoft.com/office/officeart/2005/8/layout/list1"/>
    <dgm:cxn modelId="{8265D165-45BB-4C1B-AEAA-2DA643C881F1}" type="presParOf" srcId="{BAE3D9F1-46B2-4725-B5EF-ED1CC4BEB454}" destId="{E7514DC6-F483-4E49-A133-19A2A56112A0}" srcOrd="1" destOrd="0" presId="urn:microsoft.com/office/officeart/2005/8/layout/list1"/>
    <dgm:cxn modelId="{1F17C16F-999F-442D-B9D8-92D0F3D4DB6B}" type="presParOf" srcId="{2C920069-98FB-4611-A181-3FB0A890D2B6}" destId="{1BC03A27-4F32-43FA-8897-B9144C0DC630}" srcOrd="5" destOrd="0" presId="urn:microsoft.com/office/officeart/2005/8/layout/list1"/>
    <dgm:cxn modelId="{CDBD968F-915B-4016-B3E7-CBA57ECB6E15}" type="presParOf" srcId="{2C920069-98FB-4611-A181-3FB0A890D2B6}" destId="{54C2ECDF-9315-475B-B64E-B7CF664F0E21}" srcOrd="6" destOrd="0" presId="urn:microsoft.com/office/officeart/2005/8/layout/list1"/>
    <dgm:cxn modelId="{23708D20-11AC-4BC1-B992-EAEEE3C46141}" type="presParOf" srcId="{2C920069-98FB-4611-A181-3FB0A890D2B6}" destId="{2DDF9089-B4F9-4D4F-910B-EA94EF3587EF}" srcOrd="7" destOrd="0" presId="urn:microsoft.com/office/officeart/2005/8/layout/list1"/>
    <dgm:cxn modelId="{1EDA53CA-6CAC-42FE-A593-184EBA45C3A1}" type="presParOf" srcId="{2C920069-98FB-4611-A181-3FB0A890D2B6}" destId="{75FBBF49-0303-43E9-99E5-8E5FE89529C7}" srcOrd="8" destOrd="0" presId="urn:microsoft.com/office/officeart/2005/8/layout/list1"/>
    <dgm:cxn modelId="{7DA247B9-FFF8-46AC-A970-1FEC591BDC5C}" type="presParOf" srcId="{75FBBF49-0303-43E9-99E5-8E5FE89529C7}" destId="{C666C5F1-77DD-4295-961F-3312E1E0B68E}" srcOrd="0" destOrd="0" presId="urn:microsoft.com/office/officeart/2005/8/layout/list1"/>
    <dgm:cxn modelId="{070EEB51-3F93-410C-ACEC-23EFD98B1D7A}" type="presParOf" srcId="{75FBBF49-0303-43E9-99E5-8E5FE89529C7}" destId="{0E2C3263-69E4-4CA7-89F2-6F70D4F07885}" srcOrd="1" destOrd="0" presId="urn:microsoft.com/office/officeart/2005/8/layout/list1"/>
    <dgm:cxn modelId="{FDF1B4A4-8B04-4684-AD0B-93BB2949841C}" type="presParOf" srcId="{2C920069-98FB-4611-A181-3FB0A890D2B6}" destId="{FE928976-FA1D-4A4F-9A48-9545030A511E}" srcOrd="9" destOrd="0" presId="urn:microsoft.com/office/officeart/2005/8/layout/list1"/>
    <dgm:cxn modelId="{EEB0EB57-F027-4FE9-8D24-AD1ADE36EA72}" type="presParOf" srcId="{2C920069-98FB-4611-A181-3FB0A890D2B6}" destId="{8CFFADDE-08F1-476D-923D-FDFD3832555E}" srcOrd="10" destOrd="0" presId="urn:microsoft.com/office/officeart/2005/8/layout/list1"/>
    <dgm:cxn modelId="{FFDA7654-0243-400E-B0C9-465B01C3469C}" type="presParOf" srcId="{2C920069-98FB-4611-A181-3FB0A890D2B6}" destId="{83C6FDCF-0208-4104-8671-0BFED492133F}" srcOrd="11" destOrd="0" presId="urn:microsoft.com/office/officeart/2005/8/layout/list1"/>
    <dgm:cxn modelId="{22B0963B-0BA1-4658-9AF5-603A93AEEA57}" type="presParOf" srcId="{2C920069-98FB-4611-A181-3FB0A890D2B6}" destId="{04AFC418-8C00-4F8C-B300-332B8C4A0524}" srcOrd="12" destOrd="0" presId="urn:microsoft.com/office/officeart/2005/8/layout/list1"/>
    <dgm:cxn modelId="{4FB43B12-BAAB-4548-8044-F18E426619F3}" type="presParOf" srcId="{04AFC418-8C00-4F8C-B300-332B8C4A0524}" destId="{719CD37D-02A0-410C-8868-74994713F98F}" srcOrd="0" destOrd="0" presId="urn:microsoft.com/office/officeart/2005/8/layout/list1"/>
    <dgm:cxn modelId="{4884E55B-1C38-4084-8D34-7299865E9BA5}" type="presParOf" srcId="{04AFC418-8C00-4F8C-B300-332B8C4A0524}" destId="{B0EB3C13-E3D9-43B6-8792-AE1D2CC9852D}" srcOrd="1" destOrd="0" presId="urn:microsoft.com/office/officeart/2005/8/layout/list1"/>
    <dgm:cxn modelId="{29DA1ED8-F730-4B22-B1F1-54225C6D8D85}" type="presParOf" srcId="{2C920069-98FB-4611-A181-3FB0A890D2B6}" destId="{792775FF-D8B4-4743-8A07-486B29E4D903}" srcOrd="13" destOrd="0" presId="urn:microsoft.com/office/officeart/2005/8/layout/list1"/>
    <dgm:cxn modelId="{FC0766F0-C392-4183-B11A-DA6D13A1DB62}" type="presParOf" srcId="{2C920069-98FB-4611-A181-3FB0A890D2B6}" destId="{D4772B0F-C400-4938-B139-E69880D3826C}" srcOrd="14" destOrd="0" presId="urn:microsoft.com/office/officeart/2005/8/layout/list1"/>
    <dgm:cxn modelId="{BAEF15B4-DECA-4B8E-90E0-480AD92477BB}" type="presParOf" srcId="{2C920069-98FB-4611-A181-3FB0A890D2B6}" destId="{0851EDFD-EB97-411F-9455-5E41CE370787}" srcOrd="15" destOrd="0" presId="urn:microsoft.com/office/officeart/2005/8/layout/list1"/>
    <dgm:cxn modelId="{2908F67E-CB13-4C14-B82F-F70131814C16}" type="presParOf" srcId="{2C920069-98FB-4611-A181-3FB0A890D2B6}" destId="{59BF0863-BB26-457B-985A-9BD5E7CBAFBF}" srcOrd="16" destOrd="0" presId="urn:microsoft.com/office/officeart/2005/8/layout/list1"/>
    <dgm:cxn modelId="{CC8D3509-3A3A-4F63-8CDD-BE2025DCFE0D}" type="presParOf" srcId="{59BF0863-BB26-457B-985A-9BD5E7CBAFBF}" destId="{E91608CF-A468-4285-A81D-3F8BDCEA7C3C}" srcOrd="0" destOrd="0" presId="urn:microsoft.com/office/officeart/2005/8/layout/list1"/>
    <dgm:cxn modelId="{42DE09B8-68BE-410B-B5A5-4110E55CDDB3}" type="presParOf" srcId="{59BF0863-BB26-457B-985A-9BD5E7CBAFBF}" destId="{828B9D3D-5529-4AB5-8A71-BACAAF44ABA7}" srcOrd="1" destOrd="0" presId="urn:microsoft.com/office/officeart/2005/8/layout/list1"/>
    <dgm:cxn modelId="{74F3B423-0ED1-4A42-90FB-A73A9494C0BD}" type="presParOf" srcId="{2C920069-98FB-4611-A181-3FB0A890D2B6}" destId="{EA21936B-4E9C-4E0D-A3CA-D7446BA74446}" srcOrd="17" destOrd="0" presId="urn:microsoft.com/office/officeart/2005/8/layout/list1"/>
    <dgm:cxn modelId="{76FEF251-0BA6-481C-8997-BF8A85A8B984}" type="presParOf" srcId="{2C920069-98FB-4611-A181-3FB0A890D2B6}" destId="{D231BF53-03BD-4276-AE47-0890ACDE7BC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D1F99D-697B-40FD-9FB7-3B77E5B44643}" type="doc">
      <dgm:prSet loTypeId="urn:microsoft.com/office/officeart/2005/8/layout/chevron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792B62A4-F715-4253-97AF-D185B2D77DEA}">
      <dgm:prSet phldrT="[Текст]" custT="1"/>
      <dgm:spPr/>
      <dgm:t>
        <a:bodyPr/>
        <a:lstStyle/>
        <a:p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AE9780-ED12-40A2-BA45-03AEFCFEE2D5}" type="parTrans" cxnId="{5C9D862A-D49F-43BC-ABFC-CFB242B52B3A}">
      <dgm:prSet/>
      <dgm:spPr/>
      <dgm:t>
        <a:bodyPr/>
        <a:lstStyle/>
        <a:p>
          <a:endParaRPr lang="ru-RU"/>
        </a:p>
      </dgm:t>
    </dgm:pt>
    <dgm:pt modelId="{EB72ADF4-9B28-41D5-8856-775BAC031730}" type="sibTrans" cxnId="{5C9D862A-D49F-43BC-ABFC-CFB242B52B3A}">
      <dgm:prSet/>
      <dgm:spPr/>
      <dgm:t>
        <a:bodyPr/>
        <a:lstStyle/>
        <a:p>
          <a:endParaRPr lang="ru-RU"/>
        </a:p>
      </dgm:t>
    </dgm:pt>
    <dgm:pt modelId="{974C4B07-0B7A-4481-9B36-8B2B75079D1C}">
      <dgm:prSet phldrT="[Текст]" custT="1"/>
      <dgm:spPr/>
      <dgm:t>
        <a:bodyPr/>
        <a:lstStyle/>
        <a:p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JavaScript </a:t>
          </a:r>
          <a:r>
            <a:rPr lang="uz-Cyrl-UZ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Date объекти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сизга</a:t>
          </a:r>
          <a:r>
            <a:rPr lang="uz-Cyrl-UZ" sz="1800" dirty="0" smtClean="0">
              <a:latin typeface="Times New Roman" pitchFamily="18" charset="0"/>
              <a:cs typeface="Times New Roman" pitchFamily="18" charset="0"/>
            </a:rPr>
            <a:t> сана ва вақт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билан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ишлашга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имкон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беради</a:t>
          </a:r>
          <a:r>
            <a:rPr lang="uz-Cyrl-UZ" sz="1800" dirty="0" smtClean="0">
              <a:latin typeface="Times New Roman" pitchFamily="18" charset="0"/>
              <a:cs typeface="Times New Roman" pitchFamily="18" charset="0"/>
            </a:rPr>
            <a:t>. 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5BA77B-5F68-446F-8492-EB08F4765097}" type="parTrans" cxnId="{8683056C-6FF0-4F10-BC08-616BD197F127}">
      <dgm:prSet/>
      <dgm:spPr/>
      <dgm:t>
        <a:bodyPr/>
        <a:lstStyle/>
        <a:p>
          <a:endParaRPr lang="ru-RU"/>
        </a:p>
      </dgm:t>
    </dgm:pt>
    <dgm:pt modelId="{720199CC-3BE7-4917-8F2E-C19A41216098}" type="sibTrans" cxnId="{8683056C-6FF0-4F10-BC08-616BD197F127}">
      <dgm:prSet/>
      <dgm:spPr/>
      <dgm:t>
        <a:bodyPr/>
        <a:lstStyle/>
        <a:p>
          <a:endParaRPr lang="ru-RU"/>
        </a:p>
      </dgm:t>
    </dgm:pt>
    <dgm:pt modelId="{1A8827CF-D485-4210-9C9B-7548CEEADCD8}">
      <dgm:prSet phldrT="[Текст]" custT="1"/>
      <dgm:spPr/>
      <dgm:t>
        <a:bodyPr/>
        <a:lstStyle/>
        <a:p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40FDD5-2DA6-4841-8F83-FEF9F2C77DDC}" type="parTrans" cxnId="{9E95C653-69D1-4940-9D63-951268761E4A}">
      <dgm:prSet/>
      <dgm:spPr/>
      <dgm:t>
        <a:bodyPr/>
        <a:lstStyle/>
        <a:p>
          <a:endParaRPr lang="ru-RU"/>
        </a:p>
      </dgm:t>
    </dgm:pt>
    <dgm:pt modelId="{5A3366C6-BD2F-49F5-B6B3-5FB8ADC241A5}" type="sibTrans" cxnId="{9E95C653-69D1-4940-9D63-951268761E4A}">
      <dgm:prSet/>
      <dgm:spPr/>
      <dgm:t>
        <a:bodyPr/>
        <a:lstStyle/>
        <a:p>
          <a:endParaRPr lang="ru-RU"/>
        </a:p>
      </dgm:t>
    </dgm:pt>
    <dgm:pt modelId="{B49B259A-ECD3-4A23-B748-3CDD5DEBE0DC}">
      <dgm:prSet phldrT="[Текст]" custT="1"/>
      <dgm:spPr/>
      <dgm:t>
        <a:bodyPr/>
        <a:lstStyle/>
        <a:p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JavaScript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браузернинг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вақт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зонасидан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фойдаланади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ва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санани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тўлиқ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матн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қатори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сифатида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кўрсатади</a:t>
          </a:r>
          <a:r>
            <a:rPr lang="uz-Cyrl-UZ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FB6C1D-0DC3-4D22-BCED-B57AB6A8973F}" type="parTrans" cxnId="{7609D2AA-CE80-4A53-8BCF-08B1149C1BDA}">
      <dgm:prSet/>
      <dgm:spPr/>
      <dgm:t>
        <a:bodyPr/>
        <a:lstStyle/>
        <a:p>
          <a:endParaRPr lang="ru-RU"/>
        </a:p>
      </dgm:t>
    </dgm:pt>
    <dgm:pt modelId="{325EA275-BD6C-4A7E-B849-D458E3BB3EA1}" type="sibTrans" cxnId="{7609D2AA-CE80-4A53-8BCF-08B1149C1BDA}">
      <dgm:prSet/>
      <dgm:spPr/>
      <dgm:t>
        <a:bodyPr/>
        <a:lstStyle/>
        <a:p>
          <a:endParaRPr lang="ru-RU"/>
        </a:p>
      </dgm:t>
    </dgm:pt>
    <dgm:pt modelId="{A33FAA65-5E72-4FAD-96DE-0FFF55AD31CD}">
      <dgm:prSet phldrT="[Текст]" custT="1"/>
      <dgm:spPr/>
      <dgm:t>
        <a:bodyPr/>
        <a:lstStyle/>
        <a:p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5C4989-1BFE-4277-9282-62F44795AB8B}" type="parTrans" cxnId="{7D9BAFDB-0131-4ACA-8A16-BA9C0DAF147A}">
      <dgm:prSet/>
      <dgm:spPr/>
      <dgm:t>
        <a:bodyPr/>
        <a:lstStyle/>
        <a:p>
          <a:endParaRPr lang="ru-RU"/>
        </a:p>
      </dgm:t>
    </dgm:pt>
    <dgm:pt modelId="{93265875-065C-4C39-A09C-B9BFC4694095}" type="sibTrans" cxnId="{7D9BAFDB-0131-4ACA-8A16-BA9C0DAF147A}">
      <dgm:prSet/>
      <dgm:spPr/>
      <dgm:t>
        <a:bodyPr/>
        <a:lstStyle/>
        <a:p>
          <a:endParaRPr lang="ru-RU"/>
        </a:p>
      </dgm:t>
    </dgm:pt>
    <dgm:pt modelId="{5CE8343D-37BF-4958-BFD5-8890B52D0F12}">
      <dgm:prSet phldrT="[Текст]" custT="1"/>
      <dgm:spPr/>
      <dgm:t>
        <a:bodyPr/>
        <a:lstStyle/>
        <a:p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Date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объектлар</a:t>
          </a:r>
          <a:r>
            <a:rPr lang="en-US" sz="1800" dirty="0" err="1" smtClean="0">
              <a:latin typeface="Times New Roman" pitchFamily="18" charset="0"/>
              <a:cs typeface="Times New Roman" pitchFamily="18" charset="0"/>
            </a:rPr>
            <a:t>i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uz-Cyrl-UZ" sz="1800" dirty="0" smtClean="0">
              <a:latin typeface="Times New Roman" pitchFamily="18" charset="0"/>
              <a:cs typeface="Times New Roman" pitchFamily="18" charset="0"/>
            </a:rPr>
            <a:t>янги 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Date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()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конструктори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ёрдамида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яратилади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. 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D76A6A-6698-4B3F-80DA-22E33D50C6B1}" type="parTrans" cxnId="{D9CB074E-0F24-4024-A3E6-6D81E16D2E28}">
      <dgm:prSet/>
      <dgm:spPr/>
      <dgm:t>
        <a:bodyPr/>
        <a:lstStyle/>
        <a:p>
          <a:endParaRPr lang="ru-RU"/>
        </a:p>
      </dgm:t>
    </dgm:pt>
    <dgm:pt modelId="{D60152F5-E578-46DA-898C-0D6606DE8A8D}" type="sibTrans" cxnId="{D9CB074E-0F24-4024-A3E6-6D81E16D2E28}">
      <dgm:prSet/>
      <dgm:spPr/>
      <dgm:t>
        <a:bodyPr/>
        <a:lstStyle/>
        <a:p>
          <a:endParaRPr lang="ru-RU"/>
        </a:p>
      </dgm:t>
    </dgm:pt>
    <dgm:pt modelId="{425FF623-485B-4231-A294-D1DAE441F67B}">
      <dgm:prSet phldrT="[Текст]" custT="1"/>
      <dgm:spPr/>
      <dgm:t>
        <a:bodyPr/>
        <a:lstStyle/>
        <a:p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CE3CB2-3408-44F1-B501-8EDBD2D2DED7}" type="parTrans" cxnId="{89B61927-F947-43D0-B083-D430AB3133D2}">
      <dgm:prSet/>
      <dgm:spPr/>
      <dgm:t>
        <a:bodyPr/>
        <a:lstStyle/>
        <a:p>
          <a:endParaRPr lang="ru-RU"/>
        </a:p>
      </dgm:t>
    </dgm:pt>
    <dgm:pt modelId="{1E0D8E86-BE54-4D95-A36E-2E59313442CA}" type="sibTrans" cxnId="{89B61927-F947-43D0-B083-D430AB3133D2}">
      <dgm:prSet/>
      <dgm:spPr/>
      <dgm:t>
        <a:bodyPr/>
        <a:lstStyle/>
        <a:p>
          <a:endParaRPr lang="ru-RU"/>
        </a:p>
      </dgm:t>
    </dgm:pt>
    <dgm:pt modelId="{D2FB2937-2E6A-4777-9756-20A7F890638F}">
      <dgm:prSet phldrT="[Текст]" custT="1"/>
      <dgm:spPr/>
      <dgm:t>
        <a:bodyPr/>
        <a:lstStyle/>
        <a:p>
          <a:r>
            <a:rPr lang="uz-Cyrl-UZ" sz="1800" dirty="0" smtClean="0">
              <a:latin typeface="Times New Roman" pitchFamily="18" charset="0"/>
              <a:cs typeface="Times New Roman" pitchFamily="18" charset="0"/>
            </a:rPr>
            <a:t>Янги 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date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объекти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яратишнинг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4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усули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мавжуд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: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A784E6-59C9-4B48-ACD1-BB9763276B68}" type="parTrans" cxnId="{FBF9551F-1574-45CC-AE26-375FC441B468}">
      <dgm:prSet/>
      <dgm:spPr/>
      <dgm:t>
        <a:bodyPr/>
        <a:lstStyle/>
        <a:p>
          <a:endParaRPr lang="ru-RU"/>
        </a:p>
      </dgm:t>
    </dgm:pt>
    <dgm:pt modelId="{AF1E3344-6673-4ACE-9EE4-D5C598F0A539}" type="sibTrans" cxnId="{FBF9551F-1574-45CC-AE26-375FC441B468}">
      <dgm:prSet/>
      <dgm:spPr/>
      <dgm:t>
        <a:bodyPr/>
        <a:lstStyle/>
        <a:p>
          <a:endParaRPr lang="ru-RU"/>
        </a:p>
      </dgm:t>
    </dgm:pt>
    <dgm:pt modelId="{C8B0E0B3-C10A-428D-8BA0-53A83E0176B3}">
      <dgm:prSet phldrT="[Текст]" custT="1"/>
      <dgm:spPr/>
      <dgm:t>
        <a:bodyPr/>
        <a:lstStyle/>
        <a:p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197488-44F8-480C-82F0-D6FBFC849D7C}" type="parTrans" cxnId="{9E02B85A-84A7-41AD-9CE6-9EE687080CF2}">
      <dgm:prSet/>
      <dgm:spPr/>
      <dgm:t>
        <a:bodyPr/>
        <a:lstStyle/>
        <a:p>
          <a:endParaRPr lang="ru-RU"/>
        </a:p>
      </dgm:t>
    </dgm:pt>
    <dgm:pt modelId="{22C02346-7919-4CA2-85A0-3B442056AE06}" type="sibTrans" cxnId="{9E02B85A-84A7-41AD-9CE6-9EE687080CF2}">
      <dgm:prSet/>
      <dgm:spPr/>
      <dgm:t>
        <a:bodyPr/>
        <a:lstStyle/>
        <a:p>
          <a:endParaRPr lang="ru-RU"/>
        </a:p>
      </dgm:t>
    </dgm:pt>
    <dgm:pt modelId="{03F6288A-AB61-48F1-8A21-A859EAD16935}">
      <dgm:prSet phldrT="[Текст]" custT="1"/>
      <dgm:spPr/>
      <dgm:t>
        <a:bodyPr/>
        <a:lstStyle/>
        <a:p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new Date()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0AB348-FA55-48C6-A850-A819B3CF293E}" type="parTrans" cxnId="{5F9AE260-BCAC-4CFE-B72C-2736E58CEB04}">
      <dgm:prSet/>
      <dgm:spPr/>
      <dgm:t>
        <a:bodyPr/>
        <a:lstStyle/>
        <a:p>
          <a:endParaRPr lang="ru-RU"/>
        </a:p>
      </dgm:t>
    </dgm:pt>
    <dgm:pt modelId="{B6903BFF-18EC-4242-A989-BA21732AF1FD}" type="sibTrans" cxnId="{5F9AE260-BCAC-4CFE-B72C-2736E58CEB04}">
      <dgm:prSet/>
      <dgm:spPr/>
      <dgm:t>
        <a:bodyPr/>
        <a:lstStyle/>
        <a:p>
          <a:endParaRPr lang="ru-RU"/>
        </a:p>
      </dgm:t>
    </dgm:pt>
    <dgm:pt modelId="{1FF495B0-4677-42FF-B89F-4645B940641E}">
      <dgm:prSet/>
      <dgm:spPr/>
      <dgm:t>
        <a:bodyPr/>
        <a:lstStyle/>
        <a:p>
          <a:r>
            <a:rPr lang="ru-RU" dirty="0" smtClean="0"/>
            <a:t>2</a:t>
          </a:r>
          <a:endParaRPr lang="ru-RU" dirty="0"/>
        </a:p>
      </dgm:t>
    </dgm:pt>
    <dgm:pt modelId="{6A5B6319-257F-48A3-9E9A-94758B70AD66}" type="parTrans" cxnId="{04448BEC-9761-4346-BF0B-DFF625F7FFE7}">
      <dgm:prSet/>
      <dgm:spPr/>
      <dgm:t>
        <a:bodyPr/>
        <a:lstStyle/>
        <a:p>
          <a:endParaRPr lang="ru-RU"/>
        </a:p>
      </dgm:t>
    </dgm:pt>
    <dgm:pt modelId="{385723CF-2AF2-4584-B97F-3D092377B999}" type="sibTrans" cxnId="{04448BEC-9761-4346-BF0B-DFF625F7FFE7}">
      <dgm:prSet/>
      <dgm:spPr/>
      <dgm:t>
        <a:bodyPr/>
        <a:lstStyle/>
        <a:p>
          <a:endParaRPr lang="ru-RU"/>
        </a:p>
      </dgm:t>
    </dgm:pt>
    <dgm:pt modelId="{F3DE0045-21EC-45B0-92E3-0777E194ECA5}">
      <dgm:prSet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new Date(</a:t>
          </a:r>
          <a:r>
            <a:rPr lang="en-US" i="1" dirty="0" smtClean="0">
              <a:latin typeface="Times New Roman" pitchFamily="18" charset="0"/>
              <a:cs typeface="Times New Roman" pitchFamily="18" charset="0"/>
            </a:rPr>
            <a:t>year, month, day, hours, minutes, seconds, milliseconds</a:t>
          </a:r>
          <a:endParaRPr lang="ru-RU" dirty="0"/>
        </a:p>
      </dgm:t>
    </dgm:pt>
    <dgm:pt modelId="{B0EE422D-F496-4723-AF1A-D8050B942F03}" type="parTrans" cxnId="{1D609163-CE48-4B04-91BA-6F75DB44C8A3}">
      <dgm:prSet/>
      <dgm:spPr/>
      <dgm:t>
        <a:bodyPr/>
        <a:lstStyle/>
        <a:p>
          <a:endParaRPr lang="ru-RU"/>
        </a:p>
      </dgm:t>
    </dgm:pt>
    <dgm:pt modelId="{4279B695-5979-41E8-8516-D0C74A377382}" type="sibTrans" cxnId="{1D609163-CE48-4B04-91BA-6F75DB44C8A3}">
      <dgm:prSet/>
      <dgm:spPr/>
      <dgm:t>
        <a:bodyPr/>
        <a:lstStyle/>
        <a:p>
          <a:endParaRPr lang="ru-RU"/>
        </a:p>
      </dgm:t>
    </dgm:pt>
    <dgm:pt modelId="{92F9DFE5-D85E-4CE6-98C8-CDE2AAF0C21D}">
      <dgm:prSet/>
      <dgm:spPr/>
      <dgm:t>
        <a:bodyPr/>
        <a:lstStyle/>
        <a:p>
          <a:r>
            <a:rPr lang="ru-RU" dirty="0" smtClean="0"/>
            <a:t>3</a:t>
          </a:r>
          <a:endParaRPr lang="ru-RU" dirty="0"/>
        </a:p>
      </dgm:t>
    </dgm:pt>
    <dgm:pt modelId="{AE5BFD43-E7EE-44FD-BAF3-14578A949859}" type="parTrans" cxnId="{3199E2FB-CA8B-4A4C-91C4-C60477D63BA0}">
      <dgm:prSet/>
      <dgm:spPr/>
      <dgm:t>
        <a:bodyPr/>
        <a:lstStyle/>
        <a:p>
          <a:endParaRPr lang="ru-RU"/>
        </a:p>
      </dgm:t>
    </dgm:pt>
    <dgm:pt modelId="{14FFAC4C-BBA6-40DB-940E-27B6523CE977}" type="sibTrans" cxnId="{3199E2FB-CA8B-4A4C-91C4-C60477D63BA0}">
      <dgm:prSet/>
      <dgm:spPr/>
      <dgm:t>
        <a:bodyPr/>
        <a:lstStyle/>
        <a:p>
          <a:endParaRPr lang="ru-RU"/>
        </a:p>
      </dgm:t>
    </dgm:pt>
    <dgm:pt modelId="{68921254-4160-43D0-9296-1DCFB841E9E8}">
      <dgm:prSet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new Date(</a:t>
          </a:r>
          <a:r>
            <a:rPr lang="en-US" i="1" dirty="0" smtClean="0">
              <a:latin typeface="Times New Roman" pitchFamily="18" charset="0"/>
              <a:cs typeface="Times New Roman" pitchFamily="18" charset="0"/>
            </a:rPr>
            <a:t>milliseconds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)</a:t>
          </a:r>
          <a:endParaRPr lang="ru-RU" dirty="0"/>
        </a:p>
      </dgm:t>
    </dgm:pt>
    <dgm:pt modelId="{B496254F-D6CC-40CC-B9D1-26F28015C576}" type="parTrans" cxnId="{A401E819-D001-4573-8F37-22E289070A53}">
      <dgm:prSet/>
      <dgm:spPr/>
      <dgm:t>
        <a:bodyPr/>
        <a:lstStyle/>
        <a:p>
          <a:endParaRPr lang="ru-RU"/>
        </a:p>
      </dgm:t>
    </dgm:pt>
    <dgm:pt modelId="{9ED166F1-5F16-4171-AAFA-457CCC93608F}" type="sibTrans" cxnId="{A401E819-D001-4573-8F37-22E289070A53}">
      <dgm:prSet/>
      <dgm:spPr/>
      <dgm:t>
        <a:bodyPr/>
        <a:lstStyle/>
        <a:p>
          <a:endParaRPr lang="ru-RU"/>
        </a:p>
      </dgm:t>
    </dgm:pt>
    <dgm:pt modelId="{CAC04318-14D1-42BB-99BD-6DA86F314AF4}">
      <dgm:prSet/>
      <dgm:spPr/>
      <dgm:t>
        <a:bodyPr/>
        <a:lstStyle/>
        <a:p>
          <a:r>
            <a:rPr lang="ru-RU" dirty="0" smtClean="0"/>
            <a:t>4</a:t>
          </a:r>
          <a:endParaRPr lang="ru-RU" dirty="0"/>
        </a:p>
      </dgm:t>
    </dgm:pt>
    <dgm:pt modelId="{8C39DBD2-06D6-4589-A7AD-86FE60B74730}" type="parTrans" cxnId="{C3049A77-B70F-4A6B-8E51-DC12D149F91D}">
      <dgm:prSet/>
      <dgm:spPr/>
      <dgm:t>
        <a:bodyPr/>
        <a:lstStyle/>
        <a:p>
          <a:endParaRPr lang="ru-RU"/>
        </a:p>
      </dgm:t>
    </dgm:pt>
    <dgm:pt modelId="{E7B1B6BD-D4F2-4939-9BFF-9555D2575B0C}" type="sibTrans" cxnId="{C3049A77-B70F-4A6B-8E51-DC12D149F91D}">
      <dgm:prSet/>
      <dgm:spPr/>
      <dgm:t>
        <a:bodyPr/>
        <a:lstStyle/>
        <a:p>
          <a:endParaRPr lang="ru-RU"/>
        </a:p>
      </dgm:t>
    </dgm:pt>
    <dgm:pt modelId="{4DD15E60-E306-499C-8BE2-2BE97182BD10}">
      <dgm:prSet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new Date(</a:t>
          </a:r>
          <a:r>
            <a:rPr lang="en-US" i="1" dirty="0" smtClean="0">
              <a:latin typeface="Times New Roman" pitchFamily="18" charset="0"/>
              <a:cs typeface="Times New Roman" pitchFamily="18" charset="0"/>
            </a:rPr>
            <a:t>date string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)</a:t>
          </a:r>
          <a:endParaRPr lang="ru-RU" dirty="0"/>
        </a:p>
      </dgm:t>
    </dgm:pt>
    <dgm:pt modelId="{E6791EBF-4599-441A-B51C-B4A6B4FDF7F2}" type="parTrans" cxnId="{A2B20D0B-D631-464F-A195-22ECFE6B9A3C}">
      <dgm:prSet/>
      <dgm:spPr/>
      <dgm:t>
        <a:bodyPr/>
        <a:lstStyle/>
        <a:p>
          <a:endParaRPr lang="ru-RU"/>
        </a:p>
      </dgm:t>
    </dgm:pt>
    <dgm:pt modelId="{35AA7186-92D8-452F-8F6C-5CED72186F07}" type="sibTrans" cxnId="{A2B20D0B-D631-464F-A195-22ECFE6B9A3C}">
      <dgm:prSet/>
      <dgm:spPr/>
      <dgm:t>
        <a:bodyPr/>
        <a:lstStyle/>
        <a:p>
          <a:endParaRPr lang="ru-RU"/>
        </a:p>
      </dgm:t>
    </dgm:pt>
    <dgm:pt modelId="{77E6CDFE-EBA6-46CD-BEB3-DEFC937F54CA}" type="pres">
      <dgm:prSet presAssocID="{88D1F99D-697B-40FD-9FB7-3B77E5B44643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B59D52B-B4D1-47EF-A301-F0491D39003D}" type="pres">
      <dgm:prSet presAssocID="{792B62A4-F715-4253-97AF-D185B2D77DEA}" presName="composite" presStyleCnt="0"/>
      <dgm:spPr/>
    </dgm:pt>
    <dgm:pt modelId="{709B4EBD-8ED3-494A-828F-FF3069DCB8BE}" type="pres">
      <dgm:prSet presAssocID="{792B62A4-F715-4253-97AF-D185B2D77DEA}" presName="parentText" presStyleLbl="alignNode1" presStyleIdx="0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5D375E-4230-4CD8-B916-FEE58759BFCF}" type="pres">
      <dgm:prSet presAssocID="{792B62A4-F715-4253-97AF-D185B2D77DEA}" presName="descendantText" presStyleLbl="alignAcc1" presStyleIdx="0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AA8794-8D2B-419A-9057-27A57E35BD93}" type="pres">
      <dgm:prSet presAssocID="{EB72ADF4-9B28-41D5-8856-775BAC031730}" presName="sp" presStyleCnt="0"/>
      <dgm:spPr/>
    </dgm:pt>
    <dgm:pt modelId="{9E833B8E-FFEA-40B8-8886-52579AE4711C}" type="pres">
      <dgm:prSet presAssocID="{1A8827CF-D485-4210-9C9B-7548CEEADCD8}" presName="composite" presStyleCnt="0"/>
      <dgm:spPr/>
    </dgm:pt>
    <dgm:pt modelId="{FDAF15C7-9A0C-4380-9097-2B6100943B8F}" type="pres">
      <dgm:prSet presAssocID="{1A8827CF-D485-4210-9C9B-7548CEEADCD8}" presName="parentText" presStyleLbl="alignNode1" presStyleIdx="1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0103B4-FE35-43D4-AEAD-936CE26B9484}" type="pres">
      <dgm:prSet presAssocID="{1A8827CF-D485-4210-9C9B-7548CEEADCD8}" presName="descendantText" presStyleLbl="alignAcc1" presStyleIdx="1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2AA5D2-4834-495E-9CE9-5B5B816EBF45}" type="pres">
      <dgm:prSet presAssocID="{5A3366C6-BD2F-49F5-B6B3-5FB8ADC241A5}" presName="sp" presStyleCnt="0"/>
      <dgm:spPr/>
    </dgm:pt>
    <dgm:pt modelId="{3677D1AC-D926-4FC5-AF29-A1626FFBB2AF}" type="pres">
      <dgm:prSet presAssocID="{A33FAA65-5E72-4FAD-96DE-0FFF55AD31CD}" presName="composite" presStyleCnt="0"/>
      <dgm:spPr/>
    </dgm:pt>
    <dgm:pt modelId="{2EF3B10F-C3AB-44F6-865F-4E26FE4B95AA}" type="pres">
      <dgm:prSet presAssocID="{A33FAA65-5E72-4FAD-96DE-0FFF55AD31CD}" presName="parentText" presStyleLbl="alignNode1" presStyleIdx="2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0ED83DE-7D85-482F-B3FE-318890256FE8}" type="pres">
      <dgm:prSet presAssocID="{A33FAA65-5E72-4FAD-96DE-0FFF55AD31CD}" presName="descendantText" presStyleLbl="alignAcc1" presStyleIdx="2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D6E6DE-2307-41B1-B9DA-9AE5BD504123}" type="pres">
      <dgm:prSet presAssocID="{93265875-065C-4C39-A09C-B9BFC4694095}" presName="sp" presStyleCnt="0"/>
      <dgm:spPr/>
    </dgm:pt>
    <dgm:pt modelId="{775A3837-C583-4689-825B-0423DAAEF160}" type="pres">
      <dgm:prSet presAssocID="{425FF623-485B-4231-A294-D1DAE441F67B}" presName="composite" presStyleCnt="0"/>
      <dgm:spPr/>
    </dgm:pt>
    <dgm:pt modelId="{F45C7B13-FF79-4062-A9D7-4F179871162A}" type="pres">
      <dgm:prSet presAssocID="{425FF623-485B-4231-A294-D1DAE441F67B}" presName="parentText" presStyleLbl="alignNode1" presStyleIdx="3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56123F4-23D0-4044-9B3B-0F5085219ACA}" type="pres">
      <dgm:prSet presAssocID="{425FF623-485B-4231-A294-D1DAE441F67B}" presName="descendantText" presStyleLbl="alignAcc1" presStyleIdx="3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397743-487F-4D08-A106-C0AE59B24C54}" type="pres">
      <dgm:prSet presAssocID="{1E0D8E86-BE54-4D95-A36E-2E59313442CA}" presName="sp" presStyleCnt="0"/>
      <dgm:spPr/>
    </dgm:pt>
    <dgm:pt modelId="{9F5CC5D9-785F-433F-A484-20E4E8718F1A}" type="pres">
      <dgm:prSet presAssocID="{C8B0E0B3-C10A-428D-8BA0-53A83E0176B3}" presName="composite" presStyleCnt="0"/>
      <dgm:spPr/>
    </dgm:pt>
    <dgm:pt modelId="{6C14B797-7546-47DA-A0F5-B4A258EE82F0}" type="pres">
      <dgm:prSet presAssocID="{C8B0E0B3-C10A-428D-8BA0-53A83E0176B3}" presName="parentText" presStyleLbl="alignNode1" presStyleIdx="4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D98A0A-AD05-45BB-BCC1-0EC75E445665}" type="pres">
      <dgm:prSet presAssocID="{C8B0E0B3-C10A-428D-8BA0-53A83E0176B3}" presName="descendantText" presStyleLbl="alignAcc1" presStyleIdx="4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5A11A0-2EA9-4FF2-BC78-78FF01852B4B}" type="pres">
      <dgm:prSet presAssocID="{22C02346-7919-4CA2-85A0-3B442056AE06}" presName="sp" presStyleCnt="0"/>
      <dgm:spPr/>
    </dgm:pt>
    <dgm:pt modelId="{BA462A2F-F2D9-46B1-A0D0-2F77C2CF270D}" type="pres">
      <dgm:prSet presAssocID="{1FF495B0-4677-42FF-B89F-4645B940641E}" presName="composite" presStyleCnt="0"/>
      <dgm:spPr/>
    </dgm:pt>
    <dgm:pt modelId="{79D56337-199F-4B88-AA48-FFC53002AD8A}" type="pres">
      <dgm:prSet presAssocID="{1FF495B0-4677-42FF-B89F-4645B940641E}" presName="parentText" presStyleLbl="alignNode1" presStyleIdx="5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1B83F9-22D8-40D0-B2E3-F46DC398FF92}" type="pres">
      <dgm:prSet presAssocID="{1FF495B0-4677-42FF-B89F-4645B940641E}" presName="descendantText" presStyleLbl="alignAcc1" presStyleIdx="5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2C39A9-4BF0-4DF9-AB3C-EA02A6E9C87C}" type="pres">
      <dgm:prSet presAssocID="{385723CF-2AF2-4584-B97F-3D092377B999}" presName="sp" presStyleCnt="0"/>
      <dgm:spPr/>
    </dgm:pt>
    <dgm:pt modelId="{BA6EF1A1-70C2-4E79-9778-D1B12EA64581}" type="pres">
      <dgm:prSet presAssocID="{92F9DFE5-D85E-4CE6-98C8-CDE2AAF0C21D}" presName="composite" presStyleCnt="0"/>
      <dgm:spPr/>
    </dgm:pt>
    <dgm:pt modelId="{1FA21CF2-74E2-4479-AA15-4F11E28BCA9A}" type="pres">
      <dgm:prSet presAssocID="{92F9DFE5-D85E-4CE6-98C8-CDE2AAF0C21D}" presName="parentText" presStyleLbl="alignNode1" presStyleIdx="6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13489EA-E9F8-4100-8E37-DEBC70B572B0}" type="pres">
      <dgm:prSet presAssocID="{92F9DFE5-D85E-4CE6-98C8-CDE2AAF0C21D}" presName="descendantText" presStyleLbl="alignAcc1" presStyleIdx="6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3E0B099-A530-429D-960C-FCE838E5A154}" type="pres">
      <dgm:prSet presAssocID="{14FFAC4C-BBA6-40DB-940E-27B6523CE977}" presName="sp" presStyleCnt="0"/>
      <dgm:spPr/>
    </dgm:pt>
    <dgm:pt modelId="{F74754DE-D2D8-4BC3-A665-80273F93D5AD}" type="pres">
      <dgm:prSet presAssocID="{CAC04318-14D1-42BB-99BD-6DA86F314AF4}" presName="composite" presStyleCnt="0"/>
      <dgm:spPr/>
    </dgm:pt>
    <dgm:pt modelId="{91D9D86A-EF1C-46E9-AC18-EDCD5594092F}" type="pres">
      <dgm:prSet presAssocID="{CAC04318-14D1-42BB-99BD-6DA86F314AF4}" presName="parentText" presStyleLbl="alignNode1" presStyleIdx="7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BB1F78-3C45-4ECF-BC4D-4DB597AFA504}" type="pres">
      <dgm:prSet presAssocID="{CAC04318-14D1-42BB-99BD-6DA86F314AF4}" presName="descendantText" presStyleLbl="alignAcc1" presStyleIdx="7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302DA7E-DA51-4467-B1D0-100FECE70BE9}" type="presOf" srcId="{4DD15E60-E306-499C-8BE2-2BE97182BD10}" destId="{8FBB1F78-3C45-4ECF-BC4D-4DB597AFA504}" srcOrd="0" destOrd="0" presId="urn:microsoft.com/office/officeart/2005/8/layout/chevron2"/>
    <dgm:cxn modelId="{9E02B85A-84A7-41AD-9CE6-9EE687080CF2}" srcId="{88D1F99D-697B-40FD-9FB7-3B77E5B44643}" destId="{C8B0E0B3-C10A-428D-8BA0-53A83E0176B3}" srcOrd="4" destOrd="0" parTransId="{05197488-44F8-480C-82F0-D6FBFC849D7C}" sibTransId="{22C02346-7919-4CA2-85A0-3B442056AE06}"/>
    <dgm:cxn modelId="{733F1BA4-EE6F-458A-A4CF-3CF2FDDC46BF}" type="presOf" srcId="{1FF495B0-4677-42FF-B89F-4645B940641E}" destId="{79D56337-199F-4B88-AA48-FFC53002AD8A}" srcOrd="0" destOrd="0" presId="urn:microsoft.com/office/officeart/2005/8/layout/chevron2"/>
    <dgm:cxn modelId="{4D18A351-A215-4ABB-BD7F-85446CDCA347}" type="presOf" srcId="{CAC04318-14D1-42BB-99BD-6DA86F314AF4}" destId="{91D9D86A-EF1C-46E9-AC18-EDCD5594092F}" srcOrd="0" destOrd="0" presId="urn:microsoft.com/office/officeart/2005/8/layout/chevron2"/>
    <dgm:cxn modelId="{5C9D862A-D49F-43BC-ABFC-CFB242B52B3A}" srcId="{88D1F99D-697B-40FD-9FB7-3B77E5B44643}" destId="{792B62A4-F715-4253-97AF-D185B2D77DEA}" srcOrd="0" destOrd="0" parTransId="{EBAE9780-ED12-40A2-BA45-03AEFCFEE2D5}" sibTransId="{EB72ADF4-9B28-41D5-8856-775BAC031730}"/>
    <dgm:cxn modelId="{4AD602D1-0E54-4FD9-B3E7-772C1A39DC81}" type="presOf" srcId="{792B62A4-F715-4253-97AF-D185B2D77DEA}" destId="{709B4EBD-8ED3-494A-828F-FF3069DCB8BE}" srcOrd="0" destOrd="0" presId="urn:microsoft.com/office/officeart/2005/8/layout/chevron2"/>
    <dgm:cxn modelId="{2F95662D-71BF-4DF2-8919-03653E31C678}" type="presOf" srcId="{D2FB2937-2E6A-4777-9756-20A7F890638F}" destId="{856123F4-23D0-4044-9B3B-0F5085219ACA}" srcOrd="0" destOrd="0" presId="urn:microsoft.com/office/officeart/2005/8/layout/chevron2"/>
    <dgm:cxn modelId="{4AD957E8-EA61-4D77-8D38-C08066A39974}" type="presOf" srcId="{B49B259A-ECD3-4A23-B748-3CDD5DEBE0DC}" destId="{370103B4-FE35-43D4-AEAD-936CE26B9484}" srcOrd="0" destOrd="0" presId="urn:microsoft.com/office/officeart/2005/8/layout/chevron2"/>
    <dgm:cxn modelId="{9A3E91C6-FB07-4254-B656-DFA0D8AEAB63}" type="presOf" srcId="{A33FAA65-5E72-4FAD-96DE-0FFF55AD31CD}" destId="{2EF3B10F-C3AB-44F6-865F-4E26FE4B95AA}" srcOrd="0" destOrd="0" presId="urn:microsoft.com/office/officeart/2005/8/layout/chevron2"/>
    <dgm:cxn modelId="{A401E819-D001-4573-8F37-22E289070A53}" srcId="{92F9DFE5-D85E-4CE6-98C8-CDE2AAF0C21D}" destId="{68921254-4160-43D0-9296-1DCFB841E9E8}" srcOrd="0" destOrd="0" parTransId="{B496254F-D6CC-40CC-B9D1-26F28015C576}" sibTransId="{9ED166F1-5F16-4171-AAFA-457CCC93608F}"/>
    <dgm:cxn modelId="{DE202CE5-4C7D-4F98-97E8-93B002BF7B76}" type="presOf" srcId="{F3DE0045-21EC-45B0-92E3-0777E194ECA5}" destId="{321B83F9-22D8-40D0-B2E3-F46DC398FF92}" srcOrd="0" destOrd="0" presId="urn:microsoft.com/office/officeart/2005/8/layout/chevron2"/>
    <dgm:cxn modelId="{A2B20D0B-D631-464F-A195-22ECFE6B9A3C}" srcId="{CAC04318-14D1-42BB-99BD-6DA86F314AF4}" destId="{4DD15E60-E306-499C-8BE2-2BE97182BD10}" srcOrd="0" destOrd="0" parTransId="{E6791EBF-4599-441A-B51C-B4A6B4FDF7F2}" sibTransId="{35AA7186-92D8-452F-8F6C-5CED72186F07}"/>
    <dgm:cxn modelId="{D9CB074E-0F24-4024-A3E6-6D81E16D2E28}" srcId="{A33FAA65-5E72-4FAD-96DE-0FFF55AD31CD}" destId="{5CE8343D-37BF-4958-BFD5-8890B52D0F12}" srcOrd="0" destOrd="0" parTransId="{40D76A6A-6698-4B3F-80DA-22E33D50C6B1}" sibTransId="{D60152F5-E578-46DA-898C-0D6606DE8A8D}"/>
    <dgm:cxn modelId="{1E1B0F6D-2760-4CD1-92EB-9473AB0BA80C}" type="presOf" srcId="{03F6288A-AB61-48F1-8A21-A859EAD16935}" destId="{6BD98A0A-AD05-45BB-BCC1-0EC75E445665}" srcOrd="0" destOrd="0" presId="urn:microsoft.com/office/officeart/2005/8/layout/chevron2"/>
    <dgm:cxn modelId="{0099A447-3EFB-4D07-BC75-40E3BAE881A1}" type="presOf" srcId="{5CE8343D-37BF-4958-BFD5-8890B52D0F12}" destId="{00ED83DE-7D85-482F-B3FE-318890256FE8}" srcOrd="0" destOrd="0" presId="urn:microsoft.com/office/officeart/2005/8/layout/chevron2"/>
    <dgm:cxn modelId="{2F9E2DAD-ABDF-4A54-8D91-AF4208BE2000}" type="presOf" srcId="{425FF623-485B-4231-A294-D1DAE441F67B}" destId="{F45C7B13-FF79-4062-A9D7-4F179871162A}" srcOrd="0" destOrd="0" presId="urn:microsoft.com/office/officeart/2005/8/layout/chevron2"/>
    <dgm:cxn modelId="{1D609163-CE48-4B04-91BA-6F75DB44C8A3}" srcId="{1FF495B0-4677-42FF-B89F-4645B940641E}" destId="{F3DE0045-21EC-45B0-92E3-0777E194ECA5}" srcOrd="0" destOrd="0" parTransId="{B0EE422D-F496-4723-AF1A-D8050B942F03}" sibTransId="{4279B695-5979-41E8-8516-D0C74A377382}"/>
    <dgm:cxn modelId="{04448BEC-9761-4346-BF0B-DFF625F7FFE7}" srcId="{88D1F99D-697B-40FD-9FB7-3B77E5B44643}" destId="{1FF495B0-4677-42FF-B89F-4645B940641E}" srcOrd="5" destOrd="0" parTransId="{6A5B6319-257F-48A3-9E9A-94758B70AD66}" sibTransId="{385723CF-2AF2-4584-B97F-3D092377B999}"/>
    <dgm:cxn modelId="{C4E4112A-AF57-4706-A690-3B97A7382F8B}" type="presOf" srcId="{C8B0E0B3-C10A-428D-8BA0-53A83E0176B3}" destId="{6C14B797-7546-47DA-A0F5-B4A258EE82F0}" srcOrd="0" destOrd="0" presId="urn:microsoft.com/office/officeart/2005/8/layout/chevron2"/>
    <dgm:cxn modelId="{7D9BAFDB-0131-4ACA-8A16-BA9C0DAF147A}" srcId="{88D1F99D-697B-40FD-9FB7-3B77E5B44643}" destId="{A33FAA65-5E72-4FAD-96DE-0FFF55AD31CD}" srcOrd="2" destOrd="0" parTransId="{B45C4989-1BFE-4277-9282-62F44795AB8B}" sibTransId="{93265875-065C-4C39-A09C-B9BFC4694095}"/>
    <dgm:cxn modelId="{4750A398-7457-4C8E-A430-24448057EA55}" type="presOf" srcId="{88D1F99D-697B-40FD-9FB7-3B77E5B44643}" destId="{77E6CDFE-EBA6-46CD-BEB3-DEFC937F54CA}" srcOrd="0" destOrd="0" presId="urn:microsoft.com/office/officeart/2005/8/layout/chevron2"/>
    <dgm:cxn modelId="{5F9AE260-BCAC-4CFE-B72C-2736E58CEB04}" srcId="{C8B0E0B3-C10A-428D-8BA0-53A83E0176B3}" destId="{03F6288A-AB61-48F1-8A21-A859EAD16935}" srcOrd="0" destOrd="0" parTransId="{FC0AB348-FA55-48C6-A850-A819B3CF293E}" sibTransId="{B6903BFF-18EC-4242-A989-BA21732AF1FD}"/>
    <dgm:cxn modelId="{C603A41D-90A2-40CD-8ABC-308E7605BED4}" type="presOf" srcId="{68921254-4160-43D0-9296-1DCFB841E9E8}" destId="{213489EA-E9F8-4100-8E37-DEBC70B572B0}" srcOrd="0" destOrd="0" presId="urn:microsoft.com/office/officeart/2005/8/layout/chevron2"/>
    <dgm:cxn modelId="{D681A78B-30AD-4BC1-9736-8970D884C15D}" type="presOf" srcId="{92F9DFE5-D85E-4CE6-98C8-CDE2AAF0C21D}" destId="{1FA21CF2-74E2-4479-AA15-4F11E28BCA9A}" srcOrd="0" destOrd="0" presId="urn:microsoft.com/office/officeart/2005/8/layout/chevron2"/>
    <dgm:cxn modelId="{3199E2FB-CA8B-4A4C-91C4-C60477D63BA0}" srcId="{88D1F99D-697B-40FD-9FB7-3B77E5B44643}" destId="{92F9DFE5-D85E-4CE6-98C8-CDE2AAF0C21D}" srcOrd="6" destOrd="0" parTransId="{AE5BFD43-E7EE-44FD-BAF3-14578A949859}" sibTransId="{14FFAC4C-BBA6-40DB-940E-27B6523CE977}"/>
    <dgm:cxn modelId="{049D2F88-FC30-46B4-B9CC-083BE28E56E7}" type="presOf" srcId="{1A8827CF-D485-4210-9C9B-7548CEEADCD8}" destId="{FDAF15C7-9A0C-4380-9097-2B6100943B8F}" srcOrd="0" destOrd="0" presId="urn:microsoft.com/office/officeart/2005/8/layout/chevron2"/>
    <dgm:cxn modelId="{C3049A77-B70F-4A6B-8E51-DC12D149F91D}" srcId="{88D1F99D-697B-40FD-9FB7-3B77E5B44643}" destId="{CAC04318-14D1-42BB-99BD-6DA86F314AF4}" srcOrd="7" destOrd="0" parTransId="{8C39DBD2-06D6-4589-A7AD-86FE60B74730}" sibTransId="{E7B1B6BD-D4F2-4939-9BFF-9555D2575B0C}"/>
    <dgm:cxn modelId="{8683056C-6FF0-4F10-BC08-616BD197F127}" srcId="{792B62A4-F715-4253-97AF-D185B2D77DEA}" destId="{974C4B07-0B7A-4481-9B36-8B2B75079D1C}" srcOrd="0" destOrd="0" parTransId="{3F5BA77B-5F68-446F-8492-EB08F4765097}" sibTransId="{720199CC-3BE7-4917-8F2E-C19A41216098}"/>
    <dgm:cxn modelId="{F09A436A-7BFA-4051-96F2-F055BB67D2D7}" type="presOf" srcId="{974C4B07-0B7A-4481-9B36-8B2B75079D1C}" destId="{845D375E-4230-4CD8-B916-FEE58759BFCF}" srcOrd="0" destOrd="0" presId="urn:microsoft.com/office/officeart/2005/8/layout/chevron2"/>
    <dgm:cxn modelId="{9E95C653-69D1-4940-9D63-951268761E4A}" srcId="{88D1F99D-697B-40FD-9FB7-3B77E5B44643}" destId="{1A8827CF-D485-4210-9C9B-7548CEEADCD8}" srcOrd="1" destOrd="0" parTransId="{3C40FDD5-2DA6-4841-8F83-FEF9F2C77DDC}" sibTransId="{5A3366C6-BD2F-49F5-B6B3-5FB8ADC241A5}"/>
    <dgm:cxn modelId="{FBF9551F-1574-45CC-AE26-375FC441B468}" srcId="{425FF623-485B-4231-A294-D1DAE441F67B}" destId="{D2FB2937-2E6A-4777-9756-20A7F890638F}" srcOrd="0" destOrd="0" parTransId="{48A784E6-59C9-4B48-ACD1-BB9763276B68}" sibTransId="{AF1E3344-6673-4ACE-9EE4-D5C598F0A539}"/>
    <dgm:cxn modelId="{7609D2AA-CE80-4A53-8BCF-08B1149C1BDA}" srcId="{1A8827CF-D485-4210-9C9B-7548CEEADCD8}" destId="{B49B259A-ECD3-4A23-B748-3CDD5DEBE0DC}" srcOrd="0" destOrd="0" parTransId="{F5FB6C1D-0DC3-4D22-BCED-B57AB6A8973F}" sibTransId="{325EA275-BD6C-4A7E-B849-D458E3BB3EA1}"/>
    <dgm:cxn modelId="{89B61927-F947-43D0-B083-D430AB3133D2}" srcId="{88D1F99D-697B-40FD-9FB7-3B77E5B44643}" destId="{425FF623-485B-4231-A294-D1DAE441F67B}" srcOrd="3" destOrd="0" parTransId="{65CE3CB2-3408-44F1-B501-8EDBD2D2DED7}" sibTransId="{1E0D8E86-BE54-4D95-A36E-2E59313442CA}"/>
    <dgm:cxn modelId="{1302A183-57E2-4F66-AFC4-9A5DB7C0269F}" type="presParOf" srcId="{77E6CDFE-EBA6-46CD-BEB3-DEFC937F54CA}" destId="{EB59D52B-B4D1-47EF-A301-F0491D39003D}" srcOrd="0" destOrd="0" presId="urn:microsoft.com/office/officeart/2005/8/layout/chevron2"/>
    <dgm:cxn modelId="{B4A2A693-0510-44DD-A75C-CF17815F0BFE}" type="presParOf" srcId="{EB59D52B-B4D1-47EF-A301-F0491D39003D}" destId="{709B4EBD-8ED3-494A-828F-FF3069DCB8BE}" srcOrd="0" destOrd="0" presId="urn:microsoft.com/office/officeart/2005/8/layout/chevron2"/>
    <dgm:cxn modelId="{8AF5733B-9942-446E-BF8E-F96A439D958F}" type="presParOf" srcId="{EB59D52B-B4D1-47EF-A301-F0491D39003D}" destId="{845D375E-4230-4CD8-B916-FEE58759BFCF}" srcOrd="1" destOrd="0" presId="urn:microsoft.com/office/officeart/2005/8/layout/chevron2"/>
    <dgm:cxn modelId="{23528E30-0E69-443C-8782-02638E11166E}" type="presParOf" srcId="{77E6CDFE-EBA6-46CD-BEB3-DEFC937F54CA}" destId="{02AA8794-8D2B-419A-9057-27A57E35BD93}" srcOrd="1" destOrd="0" presId="urn:microsoft.com/office/officeart/2005/8/layout/chevron2"/>
    <dgm:cxn modelId="{60DC21ED-E798-4AE7-B0A1-A6BEFA78A639}" type="presParOf" srcId="{77E6CDFE-EBA6-46CD-BEB3-DEFC937F54CA}" destId="{9E833B8E-FFEA-40B8-8886-52579AE4711C}" srcOrd="2" destOrd="0" presId="urn:microsoft.com/office/officeart/2005/8/layout/chevron2"/>
    <dgm:cxn modelId="{71045A49-A590-4868-A371-794B4ADD4AD2}" type="presParOf" srcId="{9E833B8E-FFEA-40B8-8886-52579AE4711C}" destId="{FDAF15C7-9A0C-4380-9097-2B6100943B8F}" srcOrd="0" destOrd="0" presId="urn:microsoft.com/office/officeart/2005/8/layout/chevron2"/>
    <dgm:cxn modelId="{6D41ADDC-2C70-4583-AB55-8CC51DA29CCE}" type="presParOf" srcId="{9E833B8E-FFEA-40B8-8886-52579AE4711C}" destId="{370103B4-FE35-43D4-AEAD-936CE26B9484}" srcOrd="1" destOrd="0" presId="urn:microsoft.com/office/officeart/2005/8/layout/chevron2"/>
    <dgm:cxn modelId="{FA7C2CA0-A91E-44DF-BAF7-FC3ADA75DE2B}" type="presParOf" srcId="{77E6CDFE-EBA6-46CD-BEB3-DEFC937F54CA}" destId="{3A2AA5D2-4834-495E-9CE9-5B5B816EBF45}" srcOrd="3" destOrd="0" presId="urn:microsoft.com/office/officeart/2005/8/layout/chevron2"/>
    <dgm:cxn modelId="{63768CCA-6EE6-42A6-9620-6AF733FFF8D4}" type="presParOf" srcId="{77E6CDFE-EBA6-46CD-BEB3-DEFC937F54CA}" destId="{3677D1AC-D926-4FC5-AF29-A1626FFBB2AF}" srcOrd="4" destOrd="0" presId="urn:microsoft.com/office/officeart/2005/8/layout/chevron2"/>
    <dgm:cxn modelId="{955F58A6-1538-495B-A03E-72C37E5608A2}" type="presParOf" srcId="{3677D1AC-D926-4FC5-AF29-A1626FFBB2AF}" destId="{2EF3B10F-C3AB-44F6-865F-4E26FE4B95AA}" srcOrd="0" destOrd="0" presId="urn:microsoft.com/office/officeart/2005/8/layout/chevron2"/>
    <dgm:cxn modelId="{2DCA1910-0A08-4352-9E2D-C9E8F63D39C8}" type="presParOf" srcId="{3677D1AC-D926-4FC5-AF29-A1626FFBB2AF}" destId="{00ED83DE-7D85-482F-B3FE-318890256FE8}" srcOrd="1" destOrd="0" presId="urn:microsoft.com/office/officeart/2005/8/layout/chevron2"/>
    <dgm:cxn modelId="{C8DC1326-2091-4C3A-823A-ABFB1F372E40}" type="presParOf" srcId="{77E6CDFE-EBA6-46CD-BEB3-DEFC937F54CA}" destId="{1ED6E6DE-2307-41B1-B9DA-9AE5BD504123}" srcOrd="5" destOrd="0" presId="urn:microsoft.com/office/officeart/2005/8/layout/chevron2"/>
    <dgm:cxn modelId="{97B693B8-3CC6-4AA0-92F3-C15F3AEB9A3B}" type="presParOf" srcId="{77E6CDFE-EBA6-46CD-BEB3-DEFC937F54CA}" destId="{775A3837-C583-4689-825B-0423DAAEF160}" srcOrd="6" destOrd="0" presId="urn:microsoft.com/office/officeart/2005/8/layout/chevron2"/>
    <dgm:cxn modelId="{0253FFA5-53B3-4987-A21A-3E4219D261E6}" type="presParOf" srcId="{775A3837-C583-4689-825B-0423DAAEF160}" destId="{F45C7B13-FF79-4062-A9D7-4F179871162A}" srcOrd="0" destOrd="0" presId="urn:microsoft.com/office/officeart/2005/8/layout/chevron2"/>
    <dgm:cxn modelId="{C92519E7-12BC-47D3-9304-21BCF1D0DAA8}" type="presParOf" srcId="{775A3837-C583-4689-825B-0423DAAEF160}" destId="{856123F4-23D0-4044-9B3B-0F5085219ACA}" srcOrd="1" destOrd="0" presId="urn:microsoft.com/office/officeart/2005/8/layout/chevron2"/>
    <dgm:cxn modelId="{605E3734-8BF7-440D-8C05-BA652066D4FB}" type="presParOf" srcId="{77E6CDFE-EBA6-46CD-BEB3-DEFC937F54CA}" destId="{4A397743-487F-4D08-A106-C0AE59B24C54}" srcOrd="7" destOrd="0" presId="urn:microsoft.com/office/officeart/2005/8/layout/chevron2"/>
    <dgm:cxn modelId="{18BE6364-D22F-43B1-B770-553D12DDBE94}" type="presParOf" srcId="{77E6CDFE-EBA6-46CD-BEB3-DEFC937F54CA}" destId="{9F5CC5D9-785F-433F-A484-20E4E8718F1A}" srcOrd="8" destOrd="0" presId="urn:microsoft.com/office/officeart/2005/8/layout/chevron2"/>
    <dgm:cxn modelId="{7362274D-15AD-4CBC-86A7-4F3AD25418C6}" type="presParOf" srcId="{9F5CC5D9-785F-433F-A484-20E4E8718F1A}" destId="{6C14B797-7546-47DA-A0F5-B4A258EE82F0}" srcOrd="0" destOrd="0" presId="urn:microsoft.com/office/officeart/2005/8/layout/chevron2"/>
    <dgm:cxn modelId="{022B2C77-A0DE-40D9-94BA-FA0E22814FBA}" type="presParOf" srcId="{9F5CC5D9-785F-433F-A484-20E4E8718F1A}" destId="{6BD98A0A-AD05-45BB-BCC1-0EC75E445665}" srcOrd="1" destOrd="0" presId="urn:microsoft.com/office/officeart/2005/8/layout/chevron2"/>
    <dgm:cxn modelId="{97822215-46B0-4C3F-8037-80BA94439E85}" type="presParOf" srcId="{77E6CDFE-EBA6-46CD-BEB3-DEFC937F54CA}" destId="{9E5A11A0-2EA9-4FF2-BC78-78FF01852B4B}" srcOrd="9" destOrd="0" presId="urn:microsoft.com/office/officeart/2005/8/layout/chevron2"/>
    <dgm:cxn modelId="{0E9AC8E5-EC1E-4EBB-A489-9D1E42E87CA1}" type="presParOf" srcId="{77E6CDFE-EBA6-46CD-BEB3-DEFC937F54CA}" destId="{BA462A2F-F2D9-46B1-A0D0-2F77C2CF270D}" srcOrd="10" destOrd="0" presId="urn:microsoft.com/office/officeart/2005/8/layout/chevron2"/>
    <dgm:cxn modelId="{B8E796A1-1110-4CB6-9AE7-C9DA2CE7B1B0}" type="presParOf" srcId="{BA462A2F-F2D9-46B1-A0D0-2F77C2CF270D}" destId="{79D56337-199F-4B88-AA48-FFC53002AD8A}" srcOrd="0" destOrd="0" presId="urn:microsoft.com/office/officeart/2005/8/layout/chevron2"/>
    <dgm:cxn modelId="{D439DB1C-92BB-41EE-953F-8D8897DB0230}" type="presParOf" srcId="{BA462A2F-F2D9-46B1-A0D0-2F77C2CF270D}" destId="{321B83F9-22D8-40D0-B2E3-F46DC398FF92}" srcOrd="1" destOrd="0" presId="urn:microsoft.com/office/officeart/2005/8/layout/chevron2"/>
    <dgm:cxn modelId="{891F7BB5-7301-4160-BBF5-0697E5F6E7F3}" type="presParOf" srcId="{77E6CDFE-EBA6-46CD-BEB3-DEFC937F54CA}" destId="{182C39A9-4BF0-4DF9-AB3C-EA02A6E9C87C}" srcOrd="11" destOrd="0" presId="urn:microsoft.com/office/officeart/2005/8/layout/chevron2"/>
    <dgm:cxn modelId="{6F09E321-2C8E-4C98-A5AC-FC3F4EEADAFD}" type="presParOf" srcId="{77E6CDFE-EBA6-46CD-BEB3-DEFC937F54CA}" destId="{BA6EF1A1-70C2-4E79-9778-D1B12EA64581}" srcOrd="12" destOrd="0" presId="urn:microsoft.com/office/officeart/2005/8/layout/chevron2"/>
    <dgm:cxn modelId="{4096E373-3385-45D2-B0B4-32D28B7E3784}" type="presParOf" srcId="{BA6EF1A1-70C2-4E79-9778-D1B12EA64581}" destId="{1FA21CF2-74E2-4479-AA15-4F11E28BCA9A}" srcOrd="0" destOrd="0" presId="urn:microsoft.com/office/officeart/2005/8/layout/chevron2"/>
    <dgm:cxn modelId="{D7EE7D43-80E2-4C8F-9C38-6022CFF422D1}" type="presParOf" srcId="{BA6EF1A1-70C2-4E79-9778-D1B12EA64581}" destId="{213489EA-E9F8-4100-8E37-DEBC70B572B0}" srcOrd="1" destOrd="0" presId="urn:microsoft.com/office/officeart/2005/8/layout/chevron2"/>
    <dgm:cxn modelId="{319CD240-1A5C-478B-802B-D7AD2573D1CB}" type="presParOf" srcId="{77E6CDFE-EBA6-46CD-BEB3-DEFC937F54CA}" destId="{33E0B099-A530-429D-960C-FCE838E5A154}" srcOrd="13" destOrd="0" presId="urn:microsoft.com/office/officeart/2005/8/layout/chevron2"/>
    <dgm:cxn modelId="{6887F558-2DC0-4A2F-B818-A2F1B2690642}" type="presParOf" srcId="{77E6CDFE-EBA6-46CD-BEB3-DEFC937F54CA}" destId="{F74754DE-D2D8-4BC3-A665-80273F93D5AD}" srcOrd="14" destOrd="0" presId="urn:microsoft.com/office/officeart/2005/8/layout/chevron2"/>
    <dgm:cxn modelId="{6A361390-09F5-467D-89F9-BFC57E5F36EC}" type="presParOf" srcId="{F74754DE-D2D8-4BC3-A665-80273F93D5AD}" destId="{91D9D86A-EF1C-46E9-AC18-EDCD5594092F}" srcOrd="0" destOrd="0" presId="urn:microsoft.com/office/officeart/2005/8/layout/chevron2"/>
    <dgm:cxn modelId="{C697C7D5-22FD-4696-B41A-9B22356C1A88}" type="presParOf" srcId="{F74754DE-D2D8-4BC3-A665-80273F93D5AD}" destId="{8FBB1F78-3C45-4ECF-BC4D-4DB597AFA50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965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3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667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034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193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89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342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473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972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514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75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28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3497" y="2420888"/>
            <a:ext cx="8008943" cy="2088232"/>
          </a:xfrm>
        </p:spPr>
        <p:txBody>
          <a:bodyPr>
            <a:noAutofit/>
          </a:bodyPr>
          <a:lstStyle/>
          <a:p>
            <a:r>
              <a:rPr lang="uz-Cyrl-U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браузер ва веб-ҳужжат объектлари модели билан ишлаш (BOM, DOM). Date объекти усуллари ва хусусиялари</a:t>
            </a:r>
            <a:r>
              <a:rPr lang="uz-Cyrl-U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 </a:t>
            </a:r>
            <a:r>
              <a:rPr lang="uz-Cyrl-U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қисм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632079" y="1412776"/>
            <a:ext cx="7772400" cy="771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Мултимедиа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технологиялари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кафедраси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95536" y="459097"/>
            <a:ext cx="82454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МУҲАММАД  АЛ-ХОРАЗМИЙ НОМИДАГИ </a:t>
            </a:r>
          </a:p>
          <a:p>
            <a:pPr algn="ctr"/>
            <a:r>
              <a:rPr lang="uz-Cyrl-UZ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ТОШКЕНТ АХБОРОТ ТЕХНОЛОГИЯЛАРИ УНИВЕРСИТЕТИ </a:t>
            </a:r>
            <a:endParaRPr lang="ru-RU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06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Режа: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780928"/>
            <a:ext cx="8219256" cy="2736304"/>
          </a:xfrm>
        </p:spPr>
        <p:txBody>
          <a:bodyPr>
            <a:no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uz-Cyrl-U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uz-Cyrl-U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раузер</a:t>
            </a:r>
            <a:r>
              <a:rPr lang="uz-Cyrl-UZ" sz="1800" dirty="0"/>
              <a:t> </a:t>
            </a:r>
            <a:r>
              <a:rPr lang="uz-Cyrl-U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 модели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(BOM)</a:t>
            </a:r>
            <a:r>
              <a:rPr lang="uz-Cyrl-UZ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z-Cyrl-UZ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uz-Cyrl-U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uz-Latn-UZ" sz="1800" dirty="0" smtClean="0">
                <a:latin typeface="Times New Roman" pitchFamily="18" charset="0"/>
                <a:cs typeface="Times New Roman" pitchFamily="18" charset="0"/>
              </a:rPr>
              <a:t>Window </a:t>
            </a:r>
            <a:r>
              <a:rPr lang="uz-Cyrl-UZ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 </a:t>
            </a:r>
            <a:r>
              <a:rPr lang="uz-Latn-UZ" sz="1800" dirty="0" smtClean="0">
                <a:latin typeface="Times New Roman" pitchFamily="18" charset="0"/>
                <a:cs typeface="Times New Roman" pitchFamily="18" charset="0"/>
              </a:rPr>
              <a:t>усуллар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JavaScript Window Screen</a:t>
            </a:r>
            <a:r>
              <a:rPr lang="uz-Cyrl-UZ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Latn-UZ" sz="1800" dirty="0">
                <a:latin typeface="Times New Roman" pitchFamily="18" charset="0"/>
                <a:cs typeface="Times New Roman" pitchFamily="18" charset="0"/>
              </a:rPr>
              <a:t>хусусияти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 Window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History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Navigator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uz-Cyrl-U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объекти усуллари ва хусусиялари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7D384-CFC4-47D6-A73D-81619D38D14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32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18464"/>
          </a:xfrm>
        </p:spPr>
        <p:txBody>
          <a:bodyPr>
            <a:normAutofit/>
          </a:bodyPr>
          <a:lstStyle/>
          <a:p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раузер</a:t>
            </a:r>
            <a:r>
              <a:rPr lang="uz-Cyrl-UZ" sz="3200" dirty="0"/>
              <a:t> </a:t>
            </a:r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 модели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(BOM)</a:t>
            </a:r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467256"/>
              </p:ext>
            </p:extLst>
          </p:nvPr>
        </p:nvGraphicFramePr>
        <p:xfrm>
          <a:off x="395536" y="1556792"/>
          <a:ext cx="8208912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989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18464"/>
          </a:xfrm>
        </p:spPr>
        <p:txBody>
          <a:bodyPr>
            <a:normAutofit/>
          </a:bodyPr>
          <a:lstStyle/>
          <a:p>
            <a:pPr lvl="0"/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раузер</a:t>
            </a:r>
            <a:r>
              <a:rPr lang="uz-Cyrl-UZ" sz="3200" dirty="0"/>
              <a:t> </a:t>
            </a:r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 модели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ҳақида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тушунча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BOM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0199784"/>
              </p:ext>
            </p:extLst>
          </p:nvPr>
        </p:nvGraphicFramePr>
        <p:xfrm>
          <a:off x="539552" y="1844824"/>
          <a:ext cx="8208912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135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18464"/>
          </a:xfrm>
        </p:spPr>
        <p:txBody>
          <a:bodyPr>
            <a:normAutofit/>
          </a:bodyPr>
          <a:lstStyle/>
          <a:p>
            <a:r>
              <a:rPr lang="uz-Cyrl-UZ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раузер</a:t>
            </a:r>
            <a:r>
              <a:rPr lang="uz-Cyrl-UZ" sz="3200" dirty="0"/>
              <a:t> </a:t>
            </a:r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 </a:t>
            </a:r>
            <a:r>
              <a:rPr lang="uz-Cyrl-UZ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635896" y="2641881"/>
            <a:ext cx="1584176" cy="645587"/>
          </a:xfrm>
          <a:prstGeom prst="roundRect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95536" y="4134473"/>
            <a:ext cx="1318937" cy="645587"/>
          </a:xfrm>
          <a:prstGeom prst="roundRect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051720" y="4134473"/>
            <a:ext cx="1205372" cy="645587"/>
          </a:xfrm>
          <a:prstGeom prst="roundRect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508104" y="4134473"/>
            <a:ext cx="1368152" cy="645587"/>
          </a:xfrm>
          <a:prstGeom prst="roundRect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Navigator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596336" y="4134473"/>
            <a:ext cx="1080120" cy="645587"/>
          </a:xfrm>
          <a:prstGeom prst="roundRect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635896" y="4131988"/>
            <a:ext cx="1584176" cy="645587"/>
          </a:xfrm>
          <a:prstGeom prst="roundRect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714473" y="5735742"/>
            <a:ext cx="1273351" cy="573578"/>
          </a:xfrm>
          <a:prstGeom prst="roundRect">
            <a:avLst/>
          </a:prstGeom>
          <a:solidFill>
            <a:srgbClr val="7030A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761148" y="5733256"/>
            <a:ext cx="1386916" cy="576064"/>
          </a:xfrm>
          <a:prstGeom prst="roundRect">
            <a:avLst/>
          </a:prstGeom>
          <a:solidFill>
            <a:srgbClr val="7030A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5796136" y="5735742"/>
            <a:ext cx="1224136" cy="571094"/>
          </a:xfrm>
          <a:prstGeom prst="roundRect">
            <a:avLst/>
          </a:prstGeom>
          <a:solidFill>
            <a:srgbClr val="7030A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единительная линия 14"/>
          <p:cNvCxnSpPr>
            <a:stCxn id="4" idx="1"/>
          </p:cNvCxnSpPr>
          <p:nvPr/>
        </p:nvCxnSpPr>
        <p:spPr>
          <a:xfrm flipH="1" flipV="1">
            <a:off x="1055005" y="2964674"/>
            <a:ext cx="2580891" cy="1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endCxn id="7" idx="0"/>
          </p:cNvCxnSpPr>
          <p:nvPr/>
        </p:nvCxnSpPr>
        <p:spPr>
          <a:xfrm>
            <a:off x="2654406" y="2947583"/>
            <a:ext cx="0" cy="1186890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stCxn id="4" idx="2"/>
            <a:endCxn id="10" idx="0"/>
          </p:cNvCxnSpPr>
          <p:nvPr/>
        </p:nvCxnSpPr>
        <p:spPr>
          <a:xfrm>
            <a:off x="4427984" y="3287468"/>
            <a:ext cx="0" cy="844520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4" idx="3"/>
          </p:cNvCxnSpPr>
          <p:nvPr/>
        </p:nvCxnSpPr>
        <p:spPr>
          <a:xfrm>
            <a:off x="5220072" y="2964675"/>
            <a:ext cx="2916324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endCxn id="9" idx="0"/>
          </p:cNvCxnSpPr>
          <p:nvPr/>
        </p:nvCxnSpPr>
        <p:spPr>
          <a:xfrm>
            <a:off x="8136396" y="2947583"/>
            <a:ext cx="0" cy="1186890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endCxn id="6" idx="0"/>
          </p:cNvCxnSpPr>
          <p:nvPr/>
        </p:nvCxnSpPr>
        <p:spPr>
          <a:xfrm>
            <a:off x="1055005" y="2947582"/>
            <a:ext cx="0" cy="1186891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endCxn id="8" idx="0"/>
          </p:cNvCxnSpPr>
          <p:nvPr/>
        </p:nvCxnSpPr>
        <p:spPr>
          <a:xfrm>
            <a:off x="6192180" y="2947583"/>
            <a:ext cx="0" cy="1186890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10" idx="2"/>
            <a:endCxn id="11" idx="0"/>
          </p:cNvCxnSpPr>
          <p:nvPr/>
        </p:nvCxnSpPr>
        <p:spPr>
          <a:xfrm flipH="1">
            <a:off x="2351149" y="4777575"/>
            <a:ext cx="2076835" cy="958167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10" idx="2"/>
            <a:endCxn id="12" idx="0"/>
          </p:cNvCxnSpPr>
          <p:nvPr/>
        </p:nvCxnSpPr>
        <p:spPr>
          <a:xfrm>
            <a:off x="4427984" y="4777575"/>
            <a:ext cx="26622" cy="955681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10" idx="2"/>
            <a:endCxn id="13" idx="0"/>
          </p:cNvCxnSpPr>
          <p:nvPr/>
        </p:nvCxnSpPr>
        <p:spPr>
          <a:xfrm>
            <a:off x="4427984" y="4777575"/>
            <a:ext cx="1980220" cy="958167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4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</a:pPr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uz-Latn-UZ" sz="3200" dirty="0">
                <a:latin typeface="Times New Roman" pitchFamily="18" charset="0"/>
                <a:cs typeface="Times New Roman" pitchFamily="18" charset="0"/>
              </a:rPr>
              <a:t>Window </a:t>
            </a:r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 </a:t>
            </a:r>
            <a:r>
              <a:rPr lang="uz-Latn-UZ" sz="3200" dirty="0">
                <a:latin typeface="Times New Roman" pitchFamily="18" charset="0"/>
                <a:cs typeface="Times New Roman" pitchFamily="18" charset="0"/>
              </a:rPr>
              <a:t>усуллар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993526"/>
              </p:ext>
            </p:extLst>
          </p:nvPr>
        </p:nvGraphicFramePr>
        <p:xfrm>
          <a:off x="251520" y="1700808"/>
          <a:ext cx="8568952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357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JavaScript Window Screen</a:t>
            </a:r>
            <a:r>
              <a:rPr lang="uz-Cyrl-UZ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Latn-UZ" sz="3200" dirty="0">
                <a:latin typeface="Times New Roman" pitchFamily="18" charset="0"/>
                <a:cs typeface="Times New Roman" pitchFamily="18" charset="0"/>
              </a:rPr>
              <a:t>хусусияти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848896"/>
              </p:ext>
            </p:extLst>
          </p:nvPr>
        </p:nvGraphicFramePr>
        <p:xfrm>
          <a:off x="323528" y="1124744"/>
          <a:ext cx="8568952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202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88032" y="188641"/>
            <a:ext cx="8604448" cy="180019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&lt;body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&lt;p id="demo"&gt;&lt;/p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&lt;script&gt;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document.getElementById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("demo").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innerHTML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Screen height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"+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screen.height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&lt;/script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&gt;&lt;/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body&gt;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20688"/>
            <a:ext cx="3090082" cy="50405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Объект 1"/>
          <p:cNvSpPr txBox="1">
            <a:spLocks/>
          </p:cNvSpPr>
          <p:nvPr/>
        </p:nvSpPr>
        <p:spPr>
          <a:xfrm>
            <a:off x="323528" y="2132856"/>
            <a:ext cx="8496944" cy="1944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&lt;body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&lt;p id="demo"&gt;&lt;/p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&lt;script&gt;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document.getElementById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("demo").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innerHTML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=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"Available screen width is " +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screen.availWidth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&lt;/script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&gt;&lt;/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body&gt;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1"/>
          <p:cNvSpPr txBox="1">
            <a:spLocks/>
          </p:cNvSpPr>
          <p:nvPr/>
        </p:nvSpPr>
        <p:spPr>
          <a:xfrm>
            <a:off x="323528" y="4293096"/>
            <a:ext cx="8496944" cy="23042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&lt;body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&lt;p id="demo"&gt;&lt;/p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&lt;script&gt;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document.getElementById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("demo").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innerHTML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= "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Screen color depth is " +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screen.colorDepth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&lt;/script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&lt;/body&gt;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420888"/>
            <a:ext cx="4031162" cy="54006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437112"/>
            <a:ext cx="4128459" cy="57606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4412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23528" y="116632"/>
            <a:ext cx="8496944" cy="504056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 Window Location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851240"/>
              </p:ext>
            </p:extLst>
          </p:nvPr>
        </p:nvGraphicFramePr>
        <p:xfrm>
          <a:off x="296233" y="1988840"/>
          <a:ext cx="8524239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9763" y="908720"/>
            <a:ext cx="8712968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uz-Latn-UZ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Windows.location объекти жорий саҳифа манзилини (URL) олиш ва браузерни янги саҳифага йўналтириш учун ишлатилиши мумкин.</a:t>
            </a:r>
            <a:endParaRPr lang="ru-RU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7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76035" y="1667355"/>
            <a:ext cx="7840381" cy="4713973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&lt;!DOCTYPE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&gt;JavaScript&lt;/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window.location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object&lt;/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input type="button" value="Load new document"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onclick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newDoc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script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newDoc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{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window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.location.assign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http://tuit.uz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}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script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268760"/>
            <a:ext cx="3517398" cy="194421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797152"/>
            <a:ext cx="3528392" cy="1715191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5724128" y="2924944"/>
            <a:ext cx="72008" cy="18722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735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74848" y="260648"/>
            <a:ext cx="8229600" cy="64807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JavaScript Window History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573491"/>
              </p:ext>
            </p:extLst>
          </p:nvPr>
        </p:nvGraphicFramePr>
        <p:xfrm>
          <a:off x="251520" y="2060848"/>
          <a:ext cx="8568952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1085835"/>
            <a:ext cx="8568952" cy="83099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Latn-UZ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Фойдаланувчиларнинг </a:t>
            </a:r>
            <a:r>
              <a:rPr lang="uz-Latn-UZ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махфийлигини ҳимоя қилиш учун JavaScript-нинг ушбу объектга киришига чекловлар мавжуд.</a:t>
            </a:r>
            <a:endParaRPr lang="ru-RU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22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95536" y="260648"/>
            <a:ext cx="7876397" cy="2736304"/>
          </a:xfrm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&lt;script&gt;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function 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goBack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{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 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window.history.back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&lt;/script&gt;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&lt;/head&gt;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&lt;body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&lt;input type="button" value="Back" 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onclick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goBack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()"&gt;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&lt;/body&gt;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1"/>
          <p:cNvSpPr txBox="1">
            <a:spLocks/>
          </p:cNvSpPr>
          <p:nvPr/>
        </p:nvSpPr>
        <p:spPr>
          <a:xfrm>
            <a:off x="467544" y="3418967"/>
            <a:ext cx="7876397" cy="27363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&lt;script&gt;</a:t>
            </a:r>
            <a:br>
              <a:rPr lang="en-US" sz="2000" dirty="0"/>
            </a:br>
            <a:r>
              <a:rPr lang="en-US" sz="2000" dirty="0"/>
              <a:t>function </a:t>
            </a:r>
            <a:r>
              <a:rPr lang="en-US" sz="2000" dirty="0" err="1"/>
              <a:t>goForward</a:t>
            </a:r>
            <a:r>
              <a:rPr lang="en-US" sz="2000" dirty="0"/>
              <a:t>() {</a:t>
            </a:r>
            <a:br>
              <a:rPr lang="en-US" sz="2000" dirty="0"/>
            </a:br>
            <a:r>
              <a:rPr lang="en-US" sz="2000" dirty="0"/>
              <a:t>  </a:t>
            </a:r>
            <a:r>
              <a:rPr lang="en-US" sz="2000" dirty="0" err="1"/>
              <a:t>window.history.forward</a:t>
            </a:r>
            <a:r>
              <a:rPr lang="en-US" sz="2000" dirty="0"/>
              <a:t>()</a:t>
            </a:r>
            <a:br>
              <a:rPr lang="en-US" sz="2000" dirty="0"/>
            </a:br>
            <a:r>
              <a:rPr lang="en-US" sz="2000" dirty="0"/>
              <a:t>}</a:t>
            </a:r>
            <a:br>
              <a:rPr lang="en-US" sz="2000" dirty="0"/>
            </a:br>
            <a:r>
              <a:rPr lang="en-US" sz="2000" dirty="0"/>
              <a:t>&lt;/script&gt;</a:t>
            </a:r>
            <a:br>
              <a:rPr lang="en-US" sz="2000" dirty="0"/>
            </a:br>
            <a:r>
              <a:rPr lang="en-US" sz="2000" dirty="0"/>
              <a:t>&lt;/head&gt;</a:t>
            </a:r>
            <a:br>
              <a:rPr lang="en-US" sz="2000" dirty="0"/>
            </a:br>
            <a:r>
              <a:rPr lang="en-US" sz="2000" dirty="0"/>
              <a:t>&lt;body</a:t>
            </a:r>
            <a:r>
              <a:rPr lang="en-US" sz="2000" dirty="0" smtClean="0"/>
              <a:t>&gt;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&lt;input type="button" value="Forward" </a:t>
            </a:r>
            <a:r>
              <a:rPr lang="en-US" sz="2000" dirty="0" err="1"/>
              <a:t>onclick</a:t>
            </a:r>
            <a:r>
              <a:rPr lang="en-US" sz="2000" dirty="0"/>
              <a:t>="</a:t>
            </a:r>
            <a:r>
              <a:rPr lang="en-US" sz="2000" dirty="0" err="1"/>
              <a:t>goForward</a:t>
            </a:r>
            <a:r>
              <a:rPr lang="en-US" sz="2000" dirty="0" smtClean="0"/>
              <a:t>()"&gt;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&lt;/body&gt;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692696"/>
            <a:ext cx="1750348" cy="86409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005064"/>
            <a:ext cx="2052894" cy="78205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824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JavaScript Window Navigator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864293"/>
              </p:ext>
            </p:extLst>
          </p:nvPr>
        </p:nvGraphicFramePr>
        <p:xfrm>
          <a:off x="251520" y="1988840"/>
          <a:ext cx="8568952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980728"/>
            <a:ext cx="8568952" cy="83099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Window.navigator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объекти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ташриф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буюрувчининг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браузери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ҳақида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маълумотни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ўз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ичига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олади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1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68011" y="587235"/>
            <a:ext cx="8308445" cy="4281925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&lt;body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&lt;h2&gt;The Navigator Object&lt;/h2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p&gt;The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appVersion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property returns version information about the browser:&lt;/p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&lt;p id="demo"&gt;&lt;/p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&lt;script&gt;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document.getElementById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("demo").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innerHTML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navigator.appVersion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&lt;/script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&lt;/html&gt;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696" y="4226106"/>
            <a:ext cx="7639800" cy="186719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0220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23528" y="116632"/>
            <a:ext cx="8496944" cy="504056"/>
          </a:xfrm>
        </p:spPr>
        <p:txBody>
          <a:bodyPr>
            <a:noAutofit/>
          </a:bodyPr>
          <a:lstStyle/>
          <a:p>
            <a:r>
              <a:rPr lang="uz-Cyrl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объекти усуллари ва хусусиялари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723494"/>
              </p:ext>
            </p:extLst>
          </p:nvPr>
        </p:nvGraphicFramePr>
        <p:xfrm>
          <a:off x="296233" y="980728"/>
          <a:ext cx="8524239" cy="554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578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88640"/>
            <a:ext cx="8280920" cy="6480720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= new Date();</a:t>
            </a:r>
          </a:p>
          <a:p>
            <a:pPr marL="0" indent="0">
              <a:buNone/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today.getHours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today.getMinutes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today.getSeconds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(s);</a:t>
            </a:r>
          </a:p>
          <a:p>
            <a:pPr marL="0" indent="0">
              <a:buNone/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('txt').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+ ":" + m + ":" + s;</a:t>
            </a:r>
          </a:p>
          <a:p>
            <a:pPr marL="0" indent="0">
              <a:buNone/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setTimeout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500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10) {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"0" +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  // add zero in front of numbers &lt; 10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onload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()"&gt;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 id="txt"&gt;&lt;/div&gt;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body&gt;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620688"/>
            <a:ext cx="1800200" cy="52577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484784"/>
            <a:ext cx="1728192" cy="57540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492896"/>
            <a:ext cx="1728192" cy="60224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0056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2977</TotalTime>
  <Words>762</Words>
  <Application>Microsoft Office PowerPoint</Application>
  <PresentationFormat>Экран (4:3)</PresentationFormat>
  <Paragraphs>144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Candara</vt:lpstr>
      <vt:lpstr>Courier New</vt:lpstr>
      <vt:lpstr>Symbol</vt:lpstr>
      <vt:lpstr>Times New Roman</vt:lpstr>
      <vt:lpstr>Волна</vt:lpstr>
      <vt:lpstr>Тема Office</vt:lpstr>
      <vt:lpstr>JavaScript браузер ва веб-ҳужжат объектлари модели билан ишлаш (BOM, DOM). Date объекти усуллари ва хусусиялари. II қисм</vt:lpstr>
      <vt:lpstr>Режа:</vt:lpstr>
      <vt:lpstr>JavaScript браузер объекти модели (BOM).</vt:lpstr>
      <vt:lpstr>JavaScript браузер объекти модели ҳақида тушунча (BOM)</vt:lpstr>
      <vt:lpstr>JavaScript браузер объекти модели</vt:lpstr>
      <vt:lpstr>JavaScript Window объекти усуллари.</vt:lpstr>
      <vt:lpstr>JavaScript Window Screen хусусияти</vt:lpstr>
      <vt:lpstr>Презентация PowerPoint</vt:lpstr>
      <vt:lpstr>JavaScript Window Location</vt:lpstr>
      <vt:lpstr>Презентация PowerPoint</vt:lpstr>
      <vt:lpstr>JavaScript Window History</vt:lpstr>
      <vt:lpstr>Презентация PowerPoint</vt:lpstr>
      <vt:lpstr>JavaScript Window Navigator</vt:lpstr>
      <vt:lpstr>Презентация PowerPoint</vt:lpstr>
      <vt:lpstr>Date объекти усуллари ва хусусиялари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асослари. JavaScript сценарийларини HTML-хужжат билан боғлаш. Ўзгарувчилар. Маълумотлар турлари. Массивлар. Операторлар.</dc:title>
  <dc:creator>Adm1n</dc:creator>
  <cp:lastModifiedBy>Пользователь Windows</cp:lastModifiedBy>
  <cp:revision>292</cp:revision>
  <dcterms:created xsi:type="dcterms:W3CDTF">2019-11-03T16:26:45Z</dcterms:created>
  <dcterms:modified xsi:type="dcterms:W3CDTF">2021-03-25T06:35:26Z</dcterms:modified>
</cp:coreProperties>
</file>